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 Bold Italics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Medium Italics" charset="1" panose="00000600000000000000"/>
      <p:regular r:id="rId27"/>
    </p:embeddedFont>
    <p:embeddedFont>
      <p:font typeface="Poppins Ultra-Bold" charset="1" panose="00000900000000000000"/>
      <p:regular r:id="rId28"/>
    </p:embeddedFont>
    <p:embeddedFont>
      <p:font typeface="Poppins Semi-Bold" charset="1" panose="00000700000000000000"/>
      <p:regular r:id="rId29"/>
    </p:embeddedFont>
    <p:embeddedFont>
      <p:font typeface="Liberation Sans" charset="1" panose="020B0604020202020204"/>
      <p:regular r:id="rId30"/>
    </p:embeddedFont>
    <p:embeddedFont>
      <p:font typeface="Poppins Medium" charset="1" panose="00000600000000000000"/>
      <p:regular r:id="rId31"/>
    </p:embeddedFont>
    <p:embeddedFont>
      <p:font typeface="DejaVu Sans Light" charset="1" panose="020B0603030804020204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4.png" Type="http://schemas.openxmlformats.org/officeDocument/2006/relationships/image"/><Relationship Id="rId7" Target="../media/image7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4.png" Type="http://schemas.openxmlformats.org/officeDocument/2006/relationships/image"/><Relationship Id="rId2" Target="../media/image7.png" Type="http://schemas.openxmlformats.org/officeDocument/2006/relationships/image"/><Relationship Id="rId3" Target="../media/image2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2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5.png" Type="http://schemas.openxmlformats.org/officeDocument/2006/relationships/image"/><Relationship Id="rId13" Target="../media/image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2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svg" Type="http://schemas.openxmlformats.org/officeDocument/2006/relationships/image"/><Relationship Id="rId13" Target="../media/image40.png" Type="http://schemas.openxmlformats.org/officeDocument/2006/relationships/image"/><Relationship Id="rId14" Target="../media/image41.svg" Type="http://schemas.openxmlformats.org/officeDocument/2006/relationships/image"/><Relationship Id="rId15" Target="../media/image42.png" Type="http://schemas.openxmlformats.org/officeDocument/2006/relationships/image"/><Relationship Id="rId16" Target="../media/image43.svg" Type="http://schemas.openxmlformats.org/officeDocument/2006/relationships/imag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19" Target="../media/image46.png" Type="http://schemas.openxmlformats.org/officeDocument/2006/relationships/image"/><Relationship Id="rId2" Target="../media/image1.png" Type="http://schemas.openxmlformats.org/officeDocument/2006/relationships/image"/><Relationship Id="rId20" Target="../media/image47.svg" Type="http://schemas.openxmlformats.org/officeDocument/2006/relationships/image"/><Relationship Id="rId21" Target="../media/image48.png" Type="http://schemas.openxmlformats.org/officeDocument/2006/relationships/image"/><Relationship Id="rId22" Target="../media/image49.sv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4.pn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4.pn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23.sv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8.jpeg" Type="http://schemas.openxmlformats.org/officeDocument/2006/relationships/image"/><Relationship Id="rId5" Target="../media/image5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.png" Type="http://schemas.openxmlformats.org/officeDocument/2006/relationships/image"/><Relationship Id="rId9" Target="https://github.com/AntonioSouls/DSS_PROGETTO_SurgeryOptimize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8304" y="6141941"/>
            <a:ext cx="8136414" cy="5383843"/>
          </a:xfrm>
          <a:custGeom>
            <a:avLst/>
            <a:gdLst/>
            <a:ahLst/>
            <a:cxnLst/>
            <a:rect r="r" b="b" t="t" l="l"/>
            <a:pathLst>
              <a:path h="5383843" w="8136414">
                <a:moveTo>
                  <a:pt x="0" y="0"/>
                </a:moveTo>
                <a:lnTo>
                  <a:pt x="8136415" y="0"/>
                </a:lnTo>
                <a:lnTo>
                  <a:pt x="8136415" y="5383843"/>
                </a:lnTo>
                <a:lnTo>
                  <a:pt x="0" y="5383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7004" y="-2192595"/>
            <a:ext cx="6508857" cy="13394152"/>
            <a:chOff x="0" y="0"/>
            <a:chExt cx="834636" cy="1717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4636" cy="1717543"/>
            </a:xfrm>
            <a:custGeom>
              <a:avLst/>
              <a:gdLst/>
              <a:ahLst/>
              <a:cxnLst/>
              <a:rect r="r" b="b" t="t" l="l"/>
              <a:pathLst>
                <a:path h="1717543" w="834636">
                  <a:moveTo>
                    <a:pt x="0" y="0"/>
                  </a:moveTo>
                  <a:lnTo>
                    <a:pt x="834636" y="0"/>
                  </a:lnTo>
                  <a:lnTo>
                    <a:pt x="834636" y="1717543"/>
                  </a:lnTo>
                  <a:lnTo>
                    <a:pt x="0" y="1717543"/>
                  </a:lnTo>
                  <a:close/>
                </a:path>
              </a:pathLst>
            </a:custGeom>
            <a:blipFill>
              <a:blip r:embed="rId4"/>
              <a:stretch>
                <a:fillRect l="-58936" t="0" r="-17103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636534" y="-2522787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5389" y="1028700"/>
            <a:ext cx="2913911" cy="841798"/>
          </a:xfrm>
          <a:custGeom>
            <a:avLst/>
            <a:gdLst/>
            <a:ahLst/>
            <a:cxnLst/>
            <a:rect r="r" b="b" t="t" l="l"/>
            <a:pathLst>
              <a:path h="841798" w="2913911">
                <a:moveTo>
                  <a:pt x="0" y="0"/>
                </a:moveTo>
                <a:lnTo>
                  <a:pt x="2913911" y="0"/>
                </a:lnTo>
                <a:lnTo>
                  <a:pt x="2913911" y="841798"/>
                </a:lnTo>
                <a:lnTo>
                  <a:pt x="0" y="841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066" t="-65756" r="-30069" b="-81441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74071" y="2405406"/>
            <a:ext cx="10085229" cy="2980016"/>
            <a:chOff x="0" y="0"/>
            <a:chExt cx="13446972" cy="39733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78612"/>
              <a:ext cx="2626572" cy="2661593"/>
            </a:xfrm>
            <a:custGeom>
              <a:avLst/>
              <a:gdLst/>
              <a:ahLst/>
              <a:cxnLst/>
              <a:rect r="r" b="b" t="t" l="l"/>
              <a:pathLst>
                <a:path h="2661593" w="2626572">
                  <a:moveTo>
                    <a:pt x="0" y="0"/>
                  </a:moveTo>
                  <a:lnTo>
                    <a:pt x="2626572" y="0"/>
                  </a:lnTo>
                  <a:lnTo>
                    <a:pt x="2626572" y="2661594"/>
                  </a:lnTo>
                  <a:lnTo>
                    <a:pt x="0" y="26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36588" y="-390525"/>
              <a:ext cx="10710385" cy="316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134"/>
                </a:lnSpc>
              </a:pPr>
              <a:r>
                <a:rPr lang="en-US" b="true" sz="13667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736588" y="2123203"/>
              <a:ext cx="10710385" cy="1850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1192"/>
                </a:lnSpc>
              </a:pPr>
              <a:r>
                <a:rPr lang="en-US" b="true" sz="7994" i="true" spc="479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Optimizer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226511" y="5852147"/>
            <a:ext cx="8032789" cy="131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4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Un’applicazione progettata per semplificare ed ottimizzare la programmazione degli interventi chirurgici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32327" y="8342751"/>
            <a:ext cx="2526973" cy="91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79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Presentato da:</a:t>
            </a:r>
            <a:r>
              <a:rPr lang="en-US" sz="2479" b="true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3751"/>
              </a:lnSpc>
            </a:pPr>
            <a:r>
              <a:rPr lang="en-US" sz="2679" b="true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Antonio Lanza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402679" y="-824048"/>
            <a:ext cx="1970377" cy="11939089"/>
            <a:chOff x="0" y="0"/>
            <a:chExt cx="2627170" cy="15918785"/>
          </a:xfrm>
        </p:grpSpPr>
        <p:sp>
          <p:nvSpPr>
            <p:cNvPr name="Freeform 14" id="14"/>
            <p:cNvSpPr/>
            <p:nvPr/>
          </p:nvSpPr>
          <p:spPr>
            <a:xfrm>
              <a:off x="818268" y="107914"/>
              <a:ext cx="896497" cy="7359008"/>
            </a:xfrm>
            <a:custGeom>
              <a:avLst/>
              <a:gdLst/>
              <a:ahLst/>
              <a:cxnLst/>
              <a:rect r="r" b="b" t="t" l="l"/>
              <a:pathLst>
                <a:path h="7359008" w="896497">
                  <a:moveTo>
                    <a:pt x="393434" y="0"/>
                  </a:moveTo>
                  <a:quadBezTo>
                    <a:pt x="1568059" y="2212605"/>
                    <a:pt x="0" y="7359007"/>
                  </a:quadBezTo>
                </a:path>
              </a:pathLst>
            </a:custGeom>
            <a:ln cap="flat" w="635000">
              <a:solidFill>
                <a:srgbClr val="4F46E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5" id="15"/>
            <p:cNvSpPr/>
            <p:nvPr/>
          </p:nvSpPr>
          <p:spPr>
            <a:xfrm>
              <a:off x="606012" y="7466921"/>
              <a:ext cx="1256579" cy="4824384"/>
            </a:xfrm>
            <a:custGeom>
              <a:avLst/>
              <a:gdLst/>
              <a:ahLst/>
              <a:cxnLst/>
              <a:rect r="r" b="b" t="t" l="l"/>
              <a:pathLst>
                <a:path h="4824384" w="1256579">
                  <a:moveTo>
                    <a:pt x="212256" y="0"/>
                  </a:moveTo>
                  <a:quadBezTo>
                    <a:pt x="-516446" y="2563773"/>
                    <a:pt x="1256580" y="4824384"/>
                  </a:quadBezTo>
                </a:path>
              </a:pathLst>
            </a:custGeom>
            <a:ln cap="flat" w="635000">
              <a:solidFill>
                <a:srgbClr val="4F46E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>
              <a:off x="818268" y="12201129"/>
              <a:ext cx="1273382" cy="3405991"/>
            </a:xfrm>
            <a:custGeom>
              <a:avLst/>
              <a:gdLst/>
              <a:ahLst/>
              <a:cxnLst/>
              <a:rect r="r" b="b" t="t" l="l"/>
              <a:pathLst>
                <a:path h="3405991" w="1273382">
                  <a:moveTo>
                    <a:pt x="979251" y="0"/>
                  </a:moveTo>
                  <a:quadBezTo>
                    <a:pt x="1885379" y="1420617"/>
                    <a:pt x="0" y="3405990"/>
                  </a:quadBezTo>
                </a:path>
              </a:pathLst>
            </a:custGeom>
            <a:ln cap="flat" w="635000">
              <a:solidFill>
                <a:srgbClr val="4F46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779101" y="-824048"/>
            <a:ext cx="2162627" cy="11937092"/>
            <a:chOff x="0" y="0"/>
            <a:chExt cx="2883503" cy="15916123"/>
          </a:xfrm>
        </p:grpSpPr>
        <p:sp>
          <p:nvSpPr>
            <p:cNvPr name="Freeform 18" id="18"/>
            <p:cNvSpPr/>
            <p:nvPr/>
          </p:nvSpPr>
          <p:spPr>
            <a:xfrm>
              <a:off x="941237" y="174029"/>
              <a:ext cx="896499" cy="7285985"/>
            </a:xfrm>
            <a:custGeom>
              <a:avLst/>
              <a:gdLst/>
              <a:ahLst/>
              <a:cxnLst/>
              <a:rect r="r" b="b" t="t" l="l"/>
              <a:pathLst>
                <a:path h="7285985" w="896499">
                  <a:moveTo>
                    <a:pt x="393434" y="0"/>
                  </a:moveTo>
                  <a:quadBezTo>
                    <a:pt x="1568064" y="2190563"/>
                    <a:pt x="0" y="7285985"/>
                  </a:quadBezTo>
                </a:path>
              </a:pathLst>
            </a:custGeom>
            <a:ln cap="flat" w="8890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9" id="19"/>
            <p:cNvSpPr/>
            <p:nvPr/>
          </p:nvSpPr>
          <p:spPr>
            <a:xfrm>
              <a:off x="728985" y="7460014"/>
              <a:ext cx="1256576" cy="4776512"/>
            </a:xfrm>
            <a:custGeom>
              <a:avLst/>
              <a:gdLst/>
              <a:ahLst/>
              <a:cxnLst/>
              <a:rect r="r" b="b" t="t" l="l"/>
              <a:pathLst>
                <a:path h="4776512" w="1256576">
                  <a:moveTo>
                    <a:pt x="212252" y="0"/>
                  </a:moveTo>
                  <a:quadBezTo>
                    <a:pt x="-516442" y="2538370"/>
                    <a:pt x="1256576" y="4776512"/>
                  </a:quadBezTo>
                </a:path>
              </a:pathLst>
            </a:custGeom>
            <a:ln cap="flat" w="8890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0" id="20"/>
            <p:cNvSpPr/>
            <p:nvPr/>
          </p:nvSpPr>
          <p:spPr>
            <a:xfrm>
              <a:off x="941237" y="12147244"/>
              <a:ext cx="1273401" cy="3372193"/>
            </a:xfrm>
            <a:custGeom>
              <a:avLst/>
              <a:gdLst/>
              <a:ahLst/>
              <a:cxnLst/>
              <a:rect r="r" b="b" t="t" l="l"/>
              <a:pathLst>
                <a:path h="3372193" w="1273401">
                  <a:moveTo>
                    <a:pt x="979252" y="0"/>
                  </a:moveTo>
                  <a:quadBezTo>
                    <a:pt x="1885424" y="1406366"/>
                    <a:pt x="0" y="3372193"/>
                  </a:quadBezTo>
                </a:path>
              </a:pathLst>
            </a:custGeom>
            <a:ln cap="flat" w="8890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-4609063">
            <a:off x="5214567" y="4492435"/>
            <a:ext cx="376224" cy="505736"/>
            <a:chOff x="0" y="0"/>
            <a:chExt cx="99088" cy="1331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088" cy="133198"/>
            </a:xfrm>
            <a:custGeom>
              <a:avLst/>
              <a:gdLst/>
              <a:ahLst/>
              <a:cxnLst/>
              <a:rect r="r" b="b" t="t" l="l"/>
              <a:pathLst>
                <a:path h="133198" w="99088">
                  <a:moveTo>
                    <a:pt x="49544" y="0"/>
                  </a:moveTo>
                  <a:lnTo>
                    <a:pt x="49544" y="0"/>
                  </a:lnTo>
                  <a:cubicBezTo>
                    <a:pt x="76906" y="0"/>
                    <a:pt x="99088" y="22182"/>
                    <a:pt x="99088" y="49544"/>
                  </a:cubicBezTo>
                  <a:lnTo>
                    <a:pt x="99088" y="83654"/>
                  </a:lnTo>
                  <a:cubicBezTo>
                    <a:pt x="99088" y="111016"/>
                    <a:pt x="76906" y="133198"/>
                    <a:pt x="49544" y="133198"/>
                  </a:cubicBezTo>
                  <a:lnTo>
                    <a:pt x="49544" y="133198"/>
                  </a:lnTo>
                  <a:cubicBezTo>
                    <a:pt x="22182" y="133198"/>
                    <a:pt x="0" y="111016"/>
                    <a:pt x="0" y="83654"/>
                  </a:cubicBezTo>
                  <a:lnTo>
                    <a:pt x="0" y="49544"/>
                  </a:lnTo>
                  <a:cubicBezTo>
                    <a:pt x="0" y="22182"/>
                    <a:pt x="22182" y="0"/>
                    <a:pt x="49544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9088" cy="199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4414553">
            <a:off x="5882350" y="4635811"/>
            <a:ext cx="334634" cy="295965"/>
            <a:chOff x="0" y="0"/>
            <a:chExt cx="88134" cy="77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134" cy="77950"/>
            </a:xfrm>
            <a:custGeom>
              <a:avLst/>
              <a:gdLst/>
              <a:ahLst/>
              <a:cxnLst/>
              <a:rect r="r" b="b" t="t" l="l"/>
              <a:pathLst>
                <a:path h="77950" w="88134">
                  <a:moveTo>
                    <a:pt x="38975" y="0"/>
                  </a:moveTo>
                  <a:lnTo>
                    <a:pt x="49159" y="0"/>
                  </a:lnTo>
                  <a:cubicBezTo>
                    <a:pt x="59496" y="0"/>
                    <a:pt x="69409" y="4106"/>
                    <a:pt x="76719" y="11415"/>
                  </a:cubicBezTo>
                  <a:cubicBezTo>
                    <a:pt x="84028" y="18725"/>
                    <a:pt x="88134" y="28638"/>
                    <a:pt x="88134" y="38975"/>
                  </a:cubicBezTo>
                  <a:lnTo>
                    <a:pt x="88134" y="38975"/>
                  </a:lnTo>
                  <a:cubicBezTo>
                    <a:pt x="88134" y="49312"/>
                    <a:pt x="84028" y="59225"/>
                    <a:pt x="76719" y="66534"/>
                  </a:cubicBezTo>
                  <a:cubicBezTo>
                    <a:pt x="69409" y="73843"/>
                    <a:pt x="59496" y="77950"/>
                    <a:pt x="49159" y="77950"/>
                  </a:cubicBezTo>
                  <a:lnTo>
                    <a:pt x="38975" y="77950"/>
                  </a:lnTo>
                  <a:cubicBezTo>
                    <a:pt x="28638" y="77950"/>
                    <a:pt x="18725" y="73843"/>
                    <a:pt x="11415" y="66534"/>
                  </a:cubicBezTo>
                  <a:cubicBezTo>
                    <a:pt x="4106" y="59225"/>
                    <a:pt x="0" y="49312"/>
                    <a:pt x="0" y="38975"/>
                  </a:cubicBezTo>
                  <a:lnTo>
                    <a:pt x="0" y="38975"/>
                  </a:lnTo>
                  <a:cubicBezTo>
                    <a:pt x="0" y="28638"/>
                    <a:pt x="4106" y="18725"/>
                    <a:pt x="11415" y="11415"/>
                  </a:cubicBezTo>
                  <a:cubicBezTo>
                    <a:pt x="18725" y="4106"/>
                    <a:pt x="28638" y="0"/>
                    <a:pt x="38975" y="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88134" cy="144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80577" y="-2522787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7443" y="-2115091"/>
            <a:ext cx="9020557" cy="9491754"/>
            <a:chOff x="0" y="0"/>
            <a:chExt cx="702110" cy="738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110" cy="738785"/>
            </a:xfrm>
            <a:custGeom>
              <a:avLst/>
              <a:gdLst/>
              <a:ahLst/>
              <a:cxnLst/>
              <a:rect r="r" b="b" t="t" l="l"/>
              <a:pathLst>
                <a:path h="738785" w="702110">
                  <a:moveTo>
                    <a:pt x="351055" y="0"/>
                  </a:moveTo>
                  <a:cubicBezTo>
                    <a:pt x="157173" y="0"/>
                    <a:pt x="0" y="165383"/>
                    <a:pt x="0" y="369393"/>
                  </a:cubicBezTo>
                  <a:cubicBezTo>
                    <a:pt x="0" y="573403"/>
                    <a:pt x="157173" y="738785"/>
                    <a:pt x="351055" y="738785"/>
                  </a:cubicBezTo>
                  <a:cubicBezTo>
                    <a:pt x="544937" y="738785"/>
                    <a:pt x="702110" y="573403"/>
                    <a:pt x="702110" y="369393"/>
                  </a:cubicBezTo>
                  <a:cubicBezTo>
                    <a:pt x="702110" y="165383"/>
                    <a:pt x="544937" y="0"/>
                    <a:pt x="351055" y="0"/>
                  </a:cubicBezTo>
                  <a:close/>
                </a:path>
              </a:pathLst>
            </a:custGeom>
            <a:solidFill>
              <a:srgbClr val="06B6D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1080882">
            <a:off x="9204775" y="6339572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96390" y="-1407038"/>
            <a:ext cx="10442677" cy="104426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3185" t="0" r="-6627" b="0"/>
              </a:stretch>
            </a:blipFill>
            <a:ln w="257175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12920" y="5143500"/>
            <a:ext cx="5404326" cy="833961"/>
            <a:chOff x="0" y="0"/>
            <a:chExt cx="1423362" cy="2196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3362" cy="219644"/>
            </a:xfrm>
            <a:custGeom>
              <a:avLst/>
              <a:gdLst/>
              <a:ahLst/>
              <a:cxnLst/>
              <a:rect r="r" b="b" t="t" l="l"/>
              <a:pathLst>
                <a:path h="219644" w="1423362">
                  <a:moveTo>
                    <a:pt x="48706" y="0"/>
                  </a:moveTo>
                  <a:lnTo>
                    <a:pt x="1374655" y="0"/>
                  </a:lnTo>
                  <a:cubicBezTo>
                    <a:pt x="1401555" y="0"/>
                    <a:pt x="1423362" y="21807"/>
                    <a:pt x="1423362" y="48706"/>
                  </a:cubicBezTo>
                  <a:lnTo>
                    <a:pt x="1423362" y="170938"/>
                  </a:lnTo>
                  <a:cubicBezTo>
                    <a:pt x="1423362" y="197837"/>
                    <a:pt x="1401555" y="219644"/>
                    <a:pt x="1374655" y="219644"/>
                  </a:cubicBezTo>
                  <a:lnTo>
                    <a:pt x="48706" y="219644"/>
                  </a:lnTo>
                  <a:cubicBezTo>
                    <a:pt x="35789" y="219644"/>
                    <a:pt x="23400" y="214513"/>
                    <a:pt x="14266" y="205378"/>
                  </a:cubicBezTo>
                  <a:cubicBezTo>
                    <a:pt x="5132" y="196244"/>
                    <a:pt x="0" y="183855"/>
                    <a:pt x="0" y="170938"/>
                  </a:cubicBezTo>
                  <a:lnTo>
                    <a:pt x="0" y="48706"/>
                  </a:lnTo>
                  <a:cubicBezTo>
                    <a:pt x="0" y="21807"/>
                    <a:pt x="21807" y="0"/>
                    <a:pt x="487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423362" cy="286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Tempi di attesa troppo lunghi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066" t="-65756" r="-30069" b="-81441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12920" y="6259346"/>
            <a:ext cx="5404326" cy="833961"/>
            <a:chOff x="0" y="0"/>
            <a:chExt cx="1423362" cy="2196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3362" cy="219644"/>
            </a:xfrm>
            <a:custGeom>
              <a:avLst/>
              <a:gdLst/>
              <a:ahLst/>
              <a:cxnLst/>
              <a:rect r="r" b="b" t="t" l="l"/>
              <a:pathLst>
                <a:path h="219644" w="1423362">
                  <a:moveTo>
                    <a:pt x="48706" y="0"/>
                  </a:moveTo>
                  <a:lnTo>
                    <a:pt x="1374655" y="0"/>
                  </a:lnTo>
                  <a:cubicBezTo>
                    <a:pt x="1401555" y="0"/>
                    <a:pt x="1423362" y="21807"/>
                    <a:pt x="1423362" y="48706"/>
                  </a:cubicBezTo>
                  <a:lnTo>
                    <a:pt x="1423362" y="170938"/>
                  </a:lnTo>
                  <a:cubicBezTo>
                    <a:pt x="1423362" y="197837"/>
                    <a:pt x="1401555" y="219644"/>
                    <a:pt x="1374655" y="219644"/>
                  </a:cubicBezTo>
                  <a:lnTo>
                    <a:pt x="48706" y="219644"/>
                  </a:lnTo>
                  <a:cubicBezTo>
                    <a:pt x="35789" y="219644"/>
                    <a:pt x="23400" y="214513"/>
                    <a:pt x="14266" y="205378"/>
                  </a:cubicBezTo>
                  <a:cubicBezTo>
                    <a:pt x="5132" y="196244"/>
                    <a:pt x="0" y="183855"/>
                    <a:pt x="0" y="170938"/>
                  </a:cubicBezTo>
                  <a:lnTo>
                    <a:pt x="0" y="48706"/>
                  </a:lnTo>
                  <a:cubicBezTo>
                    <a:pt x="0" y="21807"/>
                    <a:pt x="21807" y="0"/>
                    <a:pt x="487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423362" cy="286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Inutile spreco di risorse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2920" y="7379058"/>
            <a:ext cx="5435975" cy="833961"/>
            <a:chOff x="0" y="0"/>
            <a:chExt cx="1431697" cy="2196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1697" cy="219644"/>
            </a:xfrm>
            <a:custGeom>
              <a:avLst/>
              <a:gdLst/>
              <a:ahLst/>
              <a:cxnLst/>
              <a:rect r="r" b="b" t="t" l="l"/>
              <a:pathLst>
                <a:path h="219644" w="1431697">
                  <a:moveTo>
                    <a:pt x="48423" y="0"/>
                  </a:moveTo>
                  <a:lnTo>
                    <a:pt x="1383274" y="0"/>
                  </a:lnTo>
                  <a:cubicBezTo>
                    <a:pt x="1410018" y="0"/>
                    <a:pt x="1431697" y="21680"/>
                    <a:pt x="1431697" y="48423"/>
                  </a:cubicBezTo>
                  <a:lnTo>
                    <a:pt x="1431697" y="171221"/>
                  </a:lnTo>
                  <a:cubicBezTo>
                    <a:pt x="1431697" y="197964"/>
                    <a:pt x="1410018" y="219644"/>
                    <a:pt x="1383274" y="219644"/>
                  </a:cubicBezTo>
                  <a:lnTo>
                    <a:pt x="48423" y="219644"/>
                  </a:lnTo>
                  <a:cubicBezTo>
                    <a:pt x="21680" y="219644"/>
                    <a:pt x="0" y="197964"/>
                    <a:pt x="0" y="171221"/>
                  </a:cubicBezTo>
                  <a:lnTo>
                    <a:pt x="0" y="48423"/>
                  </a:lnTo>
                  <a:cubicBezTo>
                    <a:pt x="0" y="21680"/>
                    <a:pt x="21680" y="0"/>
                    <a:pt x="48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431697" cy="286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Sovrapposizioni del personale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2920" y="8498769"/>
            <a:ext cx="5404326" cy="833961"/>
            <a:chOff x="0" y="0"/>
            <a:chExt cx="1423362" cy="2196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3362" cy="219644"/>
            </a:xfrm>
            <a:custGeom>
              <a:avLst/>
              <a:gdLst/>
              <a:ahLst/>
              <a:cxnLst/>
              <a:rect r="r" b="b" t="t" l="l"/>
              <a:pathLst>
                <a:path h="219644" w="1423362">
                  <a:moveTo>
                    <a:pt x="48706" y="0"/>
                  </a:moveTo>
                  <a:lnTo>
                    <a:pt x="1374655" y="0"/>
                  </a:lnTo>
                  <a:cubicBezTo>
                    <a:pt x="1401555" y="0"/>
                    <a:pt x="1423362" y="21807"/>
                    <a:pt x="1423362" y="48706"/>
                  </a:cubicBezTo>
                  <a:lnTo>
                    <a:pt x="1423362" y="170938"/>
                  </a:lnTo>
                  <a:cubicBezTo>
                    <a:pt x="1423362" y="197837"/>
                    <a:pt x="1401555" y="219644"/>
                    <a:pt x="1374655" y="219644"/>
                  </a:cubicBezTo>
                  <a:lnTo>
                    <a:pt x="48706" y="219644"/>
                  </a:lnTo>
                  <a:cubicBezTo>
                    <a:pt x="35789" y="219644"/>
                    <a:pt x="23400" y="214513"/>
                    <a:pt x="14266" y="205378"/>
                  </a:cubicBezTo>
                  <a:cubicBezTo>
                    <a:pt x="5132" y="196244"/>
                    <a:pt x="0" y="183855"/>
                    <a:pt x="0" y="170938"/>
                  </a:cubicBezTo>
                  <a:lnTo>
                    <a:pt x="0" y="48706"/>
                  </a:lnTo>
                  <a:cubicBezTo>
                    <a:pt x="0" y="21807"/>
                    <a:pt x="21807" y="0"/>
                    <a:pt x="487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423362" cy="286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Sbilanciamenti tra reparti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12920" y="2459336"/>
            <a:ext cx="6088911" cy="107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b="true" sz="599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2920" y="3478570"/>
            <a:ext cx="6531138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programmazione degli interventi ospedalieri, spesso, non ottimizza l’utilizzo delle sale operatorie e ciò porta a diverse problematiche: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45114" y="3083253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837627" y="5270393"/>
            <a:ext cx="580174" cy="580174"/>
          </a:xfrm>
          <a:custGeom>
            <a:avLst/>
            <a:gdLst/>
            <a:ahLst/>
            <a:cxnLst/>
            <a:rect r="r" b="b" t="t" l="l"/>
            <a:pathLst>
              <a:path h="580174" w="580174">
                <a:moveTo>
                  <a:pt x="0" y="0"/>
                </a:moveTo>
                <a:lnTo>
                  <a:pt x="580175" y="0"/>
                </a:lnTo>
                <a:lnTo>
                  <a:pt x="580175" y="580175"/>
                </a:lnTo>
                <a:lnTo>
                  <a:pt x="0" y="5801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849995" y="6394356"/>
            <a:ext cx="567806" cy="567806"/>
          </a:xfrm>
          <a:custGeom>
            <a:avLst/>
            <a:gdLst/>
            <a:ahLst/>
            <a:cxnLst/>
            <a:rect r="r" b="b" t="t" l="l"/>
            <a:pathLst>
              <a:path h="567806" w="567806">
                <a:moveTo>
                  <a:pt x="0" y="0"/>
                </a:moveTo>
                <a:lnTo>
                  <a:pt x="567807" y="0"/>
                </a:lnTo>
                <a:lnTo>
                  <a:pt x="567807" y="567807"/>
                </a:lnTo>
                <a:lnTo>
                  <a:pt x="0" y="5678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856885" y="7515580"/>
            <a:ext cx="560917" cy="560917"/>
          </a:xfrm>
          <a:custGeom>
            <a:avLst/>
            <a:gdLst/>
            <a:ahLst/>
            <a:cxnLst/>
            <a:rect r="r" b="b" t="t" l="l"/>
            <a:pathLst>
              <a:path h="560917" w="560917">
                <a:moveTo>
                  <a:pt x="0" y="0"/>
                </a:moveTo>
                <a:lnTo>
                  <a:pt x="560917" y="0"/>
                </a:lnTo>
                <a:lnTo>
                  <a:pt x="560917" y="560917"/>
                </a:lnTo>
                <a:lnTo>
                  <a:pt x="0" y="5609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856885" y="8635291"/>
            <a:ext cx="560917" cy="560917"/>
          </a:xfrm>
          <a:custGeom>
            <a:avLst/>
            <a:gdLst/>
            <a:ahLst/>
            <a:cxnLst/>
            <a:rect r="r" b="b" t="t" l="l"/>
            <a:pathLst>
              <a:path h="560917" w="560917">
                <a:moveTo>
                  <a:pt x="0" y="0"/>
                </a:moveTo>
                <a:lnTo>
                  <a:pt x="560917" y="0"/>
                </a:lnTo>
                <a:lnTo>
                  <a:pt x="560917" y="560917"/>
                </a:lnTo>
                <a:lnTo>
                  <a:pt x="0" y="5609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7724" y="2412183"/>
            <a:ext cx="13588835" cy="7278181"/>
            <a:chOff x="0" y="0"/>
            <a:chExt cx="3046312" cy="1631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6312" cy="1631605"/>
            </a:xfrm>
            <a:custGeom>
              <a:avLst/>
              <a:gdLst/>
              <a:ahLst/>
              <a:cxnLst/>
              <a:rect r="r" b="b" t="t" l="l"/>
              <a:pathLst>
                <a:path h="1631605" w="3046312">
                  <a:moveTo>
                    <a:pt x="0" y="0"/>
                  </a:moveTo>
                  <a:lnTo>
                    <a:pt x="3046312" y="0"/>
                  </a:lnTo>
                  <a:lnTo>
                    <a:pt x="3046312" y="1631605"/>
                  </a:lnTo>
                  <a:lnTo>
                    <a:pt x="0" y="1631605"/>
                  </a:lnTo>
                  <a:close/>
                </a:path>
              </a:pathLst>
            </a:custGeom>
            <a:blipFill>
              <a:blip r:embed="rId2"/>
              <a:stretch>
                <a:fillRect l="-549" t="0" r="-54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911553" y="-1028700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8782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066" t="-65756" r="-30069" b="-8144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207452" y="460073"/>
            <a:ext cx="5569380" cy="1489579"/>
            <a:chOff x="0" y="0"/>
            <a:chExt cx="7425840" cy="19861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9972" cy="1986105"/>
            </a:xfrm>
            <a:custGeom>
              <a:avLst/>
              <a:gdLst/>
              <a:ahLst/>
              <a:cxnLst/>
              <a:rect r="r" b="b" t="t" l="l"/>
              <a:pathLst>
                <a:path h="1986105" w="1959972">
                  <a:moveTo>
                    <a:pt x="0" y="0"/>
                  </a:moveTo>
                  <a:lnTo>
                    <a:pt x="1959972" y="0"/>
                  </a:lnTo>
                  <a:lnTo>
                    <a:pt x="1959972" y="1986105"/>
                  </a:lnTo>
                  <a:lnTo>
                    <a:pt x="0" y="1986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329293" y="-142810"/>
              <a:ext cx="5096546" cy="1506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105"/>
                </a:lnSpc>
              </a:pPr>
              <a:r>
                <a:rPr lang="en-US" b="true" sz="6503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29293" y="1052498"/>
              <a:ext cx="5096546" cy="86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5"/>
                </a:lnSpc>
              </a:pPr>
              <a:r>
                <a:rPr lang="en-US" b="true" sz="3804" i="true" spc="228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80577" y="-2522787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7443" y="-2115091"/>
            <a:ext cx="9020557" cy="9491754"/>
            <a:chOff x="0" y="0"/>
            <a:chExt cx="702110" cy="738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110" cy="738785"/>
            </a:xfrm>
            <a:custGeom>
              <a:avLst/>
              <a:gdLst/>
              <a:ahLst/>
              <a:cxnLst/>
              <a:rect r="r" b="b" t="t" l="l"/>
              <a:pathLst>
                <a:path h="738785" w="702110">
                  <a:moveTo>
                    <a:pt x="351055" y="0"/>
                  </a:moveTo>
                  <a:cubicBezTo>
                    <a:pt x="157173" y="0"/>
                    <a:pt x="0" y="165383"/>
                    <a:pt x="0" y="369393"/>
                  </a:cubicBezTo>
                  <a:cubicBezTo>
                    <a:pt x="0" y="573403"/>
                    <a:pt x="157173" y="738785"/>
                    <a:pt x="351055" y="738785"/>
                  </a:cubicBezTo>
                  <a:cubicBezTo>
                    <a:pt x="544937" y="738785"/>
                    <a:pt x="702110" y="573403"/>
                    <a:pt x="702110" y="369393"/>
                  </a:cubicBezTo>
                  <a:cubicBezTo>
                    <a:pt x="702110" y="165383"/>
                    <a:pt x="544937" y="0"/>
                    <a:pt x="351055" y="0"/>
                  </a:cubicBezTo>
                  <a:close/>
                </a:path>
              </a:pathLst>
            </a:custGeom>
            <a:solidFill>
              <a:srgbClr val="06B6D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1080882">
            <a:off x="9204775" y="6339572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96390" y="-1407038"/>
            <a:ext cx="10442677" cy="104426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2755" t="0" r="-27337" b="0"/>
              </a:stretch>
            </a:blipFill>
            <a:ln w="257175" cap="sq">
              <a:solidFill>
                <a:srgbClr val="4F46E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51877" y="2352525"/>
            <a:ext cx="6791690" cy="192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6"/>
              </a:lnSpc>
            </a:pPr>
            <a:r>
              <a:rPr lang="en-US" sz="5397" b="true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GENERA PROGRAMMAZIONE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31327" y="605919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1" y="0"/>
                </a:lnTo>
                <a:lnTo>
                  <a:pt x="845561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33038" y="7505510"/>
            <a:ext cx="624477" cy="624477"/>
          </a:xfrm>
          <a:custGeom>
            <a:avLst/>
            <a:gdLst/>
            <a:ahLst/>
            <a:cxnLst/>
            <a:rect r="r" b="b" t="t" l="l"/>
            <a:pathLst>
              <a:path h="624477" w="624477">
                <a:moveTo>
                  <a:pt x="0" y="0"/>
                </a:moveTo>
                <a:lnTo>
                  <a:pt x="624477" y="0"/>
                </a:lnTo>
                <a:lnTo>
                  <a:pt x="624477" y="624477"/>
                </a:lnTo>
                <a:lnTo>
                  <a:pt x="0" y="624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27358" y="150083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1368643" y="8166436"/>
            <a:ext cx="341596" cy="341596"/>
          </a:xfrm>
          <a:custGeom>
            <a:avLst/>
            <a:gdLst/>
            <a:ahLst/>
            <a:cxnLst/>
            <a:rect r="r" b="b" t="t" l="l"/>
            <a:pathLst>
              <a:path h="341596" w="341596">
                <a:moveTo>
                  <a:pt x="0" y="0"/>
                </a:moveTo>
                <a:lnTo>
                  <a:pt x="341595" y="0"/>
                </a:lnTo>
                <a:lnTo>
                  <a:pt x="341595" y="341596"/>
                </a:lnTo>
                <a:lnTo>
                  <a:pt x="0" y="3415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814357" y="2155325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915920" y="8649801"/>
            <a:ext cx="341596" cy="341596"/>
          </a:xfrm>
          <a:custGeom>
            <a:avLst/>
            <a:gdLst/>
            <a:ahLst/>
            <a:cxnLst/>
            <a:rect r="r" b="b" t="t" l="l"/>
            <a:pathLst>
              <a:path h="341596" w="341596">
                <a:moveTo>
                  <a:pt x="0" y="0"/>
                </a:moveTo>
                <a:lnTo>
                  <a:pt x="341595" y="0"/>
                </a:lnTo>
                <a:lnTo>
                  <a:pt x="341595" y="341596"/>
                </a:lnTo>
                <a:lnTo>
                  <a:pt x="0" y="3415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074463" y="5101498"/>
            <a:ext cx="1780461" cy="63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3519" b="true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Vincoli: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66" t="-65756" r="-30069" b="-81441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0349" y="6127643"/>
            <a:ext cx="3589150" cy="948716"/>
            <a:chOff x="0" y="0"/>
            <a:chExt cx="945291" cy="2498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5291" cy="249868"/>
            </a:xfrm>
            <a:custGeom>
              <a:avLst/>
              <a:gdLst/>
              <a:ahLst/>
              <a:cxnLst/>
              <a:rect r="r" b="b" t="t" l="l"/>
              <a:pathLst>
                <a:path h="249868" w="945291">
                  <a:moveTo>
                    <a:pt x="73339" y="0"/>
                  </a:moveTo>
                  <a:lnTo>
                    <a:pt x="871951" y="0"/>
                  </a:lnTo>
                  <a:cubicBezTo>
                    <a:pt x="891402" y="0"/>
                    <a:pt x="910056" y="7727"/>
                    <a:pt x="923810" y="21481"/>
                  </a:cubicBezTo>
                  <a:cubicBezTo>
                    <a:pt x="937564" y="35234"/>
                    <a:pt x="945291" y="53888"/>
                    <a:pt x="945291" y="73339"/>
                  </a:cubicBezTo>
                  <a:lnTo>
                    <a:pt x="945291" y="176528"/>
                  </a:lnTo>
                  <a:cubicBezTo>
                    <a:pt x="945291" y="195979"/>
                    <a:pt x="937564" y="214633"/>
                    <a:pt x="923810" y="228387"/>
                  </a:cubicBezTo>
                  <a:cubicBezTo>
                    <a:pt x="910056" y="242141"/>
                    <a:pt x="891402" y="249868"/>
                    <a:pt x="871951" y="249868"/>
                  </a:cubicBezTo>
                  <a:lnTo>
                    <a:pt x="73339" y="249868"/>
                  </a:lnTo>
                  <a:cubicBezTo>
                    <a:pt x="53888" y="249868"/>
                    <a:pt x="35234" y="242141"/>
                    <a:pt x="21481" y="228387"/>
                  </a:cubicBezTo>
                  <a:cubicBezTo>
                    <a:pt x="7727" y="214633"/>
                    <a:pt x="0" y="195979"/>
                    <a:pt x="0" y="176528"/>
                  </a:cubicBezTo>
                  <a:lnTo>
                    <a:pt x="0" y="73339"/>
                  </a:lnTo>
                  <a:cubicBezTo>
                    <a:pt x="0" y="53888"/>
                    <a:pt x="7727" y="35234"/>
                    <a:pt x="21481" y="21481"/>
                  </a:cubicBezTo>
                  <a:cubicBezTo>
                    <a:pt x="35234" y="7727"/>
                    <a:pt x="53888" y="0"/>
                    <a:pt x="733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45291" cy="316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49549" indent="-224775" lvl="1">
                <a:lnSpc>
                  <a:spcPts val="2915"/>
                </a:lnSpc>
                <a:buFont typeface="Arial"/>
                <a:buChar char="•"/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Intervallo di tempo giornaliero di 14h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7505510"/>
            <a:ext cx="3589150" cy="1672616"/>
            <a:chOff x="0" y="0"/>
            <a:chExt cx="945291" cy="4405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5291" cy="440524"/>
            </a:xfrm>
            <a:custGeom>
              <a:avLst/>
              <a:gdLst/>
              <a:ahLst/>
              <a:cxnLst/>
              <a:rect r="r" b="b" t="t" l="l"/>
              <a:pathLst>
                <a:path h="440524" w="945291">
                  <a:moveTo>
                    <a:pt x="73339" y="0"/>
                  </a:moveTo>
                  <a:lnTo>
                    <a:pt x="871951" y="0"/>
                  </a:lnTo>
                  <a:cubicBezTo>
                    <a:pt x="891402" y="0"/>
                    <a:pt x="910056" y="7727"/>
                    <a:pt x="923810" y="21481"/>
                  </a:cubicBezTo>
                  <a:cubicBezTo>
                    <a:pt x="937564" y="35234"/>
                    <a:pt x="945291" y="53888"/>
                    <a:pt x="945291" y="73339"/>
                  </a:cubicBezTo>
                  <a:lnTo>
                    <a:pt x="945291" y="367185"/>
                  </a:lnTo>
                  <a:cubicBezTo>
                    <a:pt x="945291" y="386636"/>
                    <a:pt x="937564" y="405290"/>
                    <a:pt x="923810" y="419044"/>
                  </a:cubicBezTo>
                  <a:cubicBezTo>
                    <a:pt x="910056" y="432797"/>
                    <a:pt x="891402" y="440524"/>
                    <a:pt x="871951" y="440524"/>
                  </a:cubicBezTo>
                  <a:lnTo>
                    <a:pt x="73339" y="440524"/>
                  </a:lnTo>
                  <a:cubicBezTo>
                    <a:pt x="53888" y="440524"/>
                    <a:pt x="35234" y="432797"/>
                    <a:pt x="21481" y="419044"/>
                  </a:cubicBezTo>
                  <a:cubicBezTo>
                    <a:pt x="7727" y="405290"/>
                    <a:pt x="0" y="386636"/>
                    <a:pt x="0" y="367185"/>
                  </a:cubicBezTo>
                  <a:lnTo>
                    <a:pt x="0" y="73339"/>
                  </a:lnTo>
                  <a:cubicBezTo>
                    <a:pt x="0" y="53888"/>
                    <a:pt x="7727" y="35234"/>
                    <a:pt x="21481" y="21481"/>
                  </a:cubicBezTo>
                  <a:cubicBezTo>
                    <a:pt x="35234" y="7727"/>
                    <a:pt x="53888" y="0"/>
                    <a:pt x="733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45291" cy="50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49549" indent="-224775" lvl="1">
                <a:lnSpc>
                  <a:spcPts val="2915"/>
                </a:lnSpc>
                <a:buFont typeface="Arial"/>
                <a:buChar char="•"/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Interventi di uno stesso reparto nella stessa giornata  devono essere consecutivi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69091" y="6084519"/>
            <a:ext cx="3998352" cy="1310666"/>
            <a:chOff x="0" y="0"/>
            <a:chExt cx="1053064" cy="3451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3064" cy="345196"/>
            </a:xfrm>
            <a:custGeom>
              <a:avLst/>
              <a:gdLst/>
              <a:ahLst/>
              <a:cxnLst/>
              <a:rect r="r" b="b" t="t" l="l"/>
              <a:pathLst>
                <a:path h="345196" w="1053064">
                  <a:moveTo>
                    <a:pt x="65833" y="0"/>
                  </a:moveTo>
                  <a:lnTo>
                    <a:pt x="987230" y="0"/>
                  </a:lnTo>
                  <a:cubicBezTo>
                    <a:pt x="1023589" y="0"/>
                    <a:pt x="1053064" y="29475"/>
                    <a:pt x="1053064" y="65833"/>
                  </a:cubicBezTo>
                  <a:lnTo>
                    <a:pt x="1053064" y="279362"/>
                  </a:lnTo>
                  <a:cubicBezTo>
                    <a:pt x="1053064" y="315721"/>
                    <a:pt x="1023589" y="345196"/>
                    <a:pt x="987230" y="345196"/>
                  </a:cubicBezTo>
                  <a:lnTo>
                    <a:pt x="65833" y="345196"/>
                  </a:lnTo>
                  <a:cubicBezTo>
                    <a:pt x="29475" y="345196"/>
                    <a:pt x="0" y="315721"/>
                    <a:pt x="0" y="279362"/>
                  </a:cubicBezTo>
                  <a:lnTo>
                    <a:pt x="0" y="65833"/>
                  </a:lnTo>
                  <a:cubicBezTo>
                    <a:pt x="0" y="29475"/>
                    <a:pt x="29475" y="0"/>
                    <a:pt x="65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053064" cy="411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49549" indent="-224775" lvl="1">
                <a:lnSpc>
                  <a:spcPts val="2915"/>
                </a:lnSpc>
                <a:buFont typeface="Arial"/>
                <a:buChar char="•"/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Almeno un intervento a settimana per ogni reparto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57868" y="7994468"/>
            <a:ext cx="3620799" cy="1310666"/>
            <a:chOff x="0" y="0"/>
            <a:chExt cx="953626" cy="3451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3626" cy="345196"/>
            </a:xfrm>
            <a:custGeom>
              <a:avLst/>
              <a:gdLst/>
              <a:ahLst/>
              <a:cxnLst/>
              <a:rect r="r" b="b" t="t" l="l"/>
              <a:pathLst>
                <a:path h="345196" w="953626">
                  <a:moveTo>
                    <a:pt x="72698" y="0"/>
                  </a:moveTo>
                  <a:lnTo>
                    <a:pt x="880928" y="0"/>
                  </a:lnTo>
                  <a:cubicBezTo>
                    <a:pt x="921078" y="0"/>
                    <a:pt x="953626" y="32548"/>
                    <a:pt x="953626" y="72698"/>
                  </a:cubicBezTo>
                  <a:lnTo>
                    <a:pt x="953626" y="272498"/>
                  </a:lnTo>
                  <a:cubicBezTo>
                    <a:pt x="953626" y="291779"/>
                    <a:pt x="945967" y="310270"/>
                    <a:pt x="932333" y="323903"/>
                  </a:cubicBezTo>
                  <a:cubicBezTo>
                    <a:pt x="918700" y="337537"/>
                    <a:pt x="900209" y="345196"/>
                    <a:pt x="880928" y="345196"/>
                  </a:cubicBezTo>
                  <a:lnTo>
                    <a:pt x="72698" y="345196"/>
                  </a:lnTo>
                  <a:cubicBezTo>
                    <a:pt x="53417" y="345196"/>
                    <a:pt x="34926" y="337537"/>
                    <a:pt x="21293" y="323903"/>
                  </a:cubicBezTo>
                  <a:cubicBezTo>
                    <a:pt x="7659" y="310270"/>
                    <a:pt x="0" y="291779"/>
                    <a:pt x="0" y="272498"/>
                  </a:cubicBezTo>
                  <a:lnTo>
                    <a:pt x="0" y="72698"/>
                  </a:lnTo>
                  <a:cubicBezTo>
                    <a:pt x="0" y="53417"/>
                    <a:pt x="7659" y="34926"/>
                    <a:pt x="21293" y="21293"/>
                  </a:cubicBezTo>
                  <a:cubicBezTo>
                    <a:pt x="34926" y="7659"/>
                    <a:pt x="53417" y="0"/>
                    <a:pt x="726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53626" cy="411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49549" indent="-224775" lvl="1">
                <a:lnSpc>
                  <a:spcPts val="2915"/>
                </a:lnSpc>
                <a:buFont typeface="Arial"/>
                <a:buChar char="•"/>
              </a:pPr>
              <a:r>
                <a:rPr lang="en-US" sz="208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 sovrapposizione interventi su più sale operatorie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80577" y="-2522787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7443" y="-2115091"/>
            <a:ext cx="9020557" cy="9491754"/>
            <a:chOff x="0" y="0"/>
            <a:chExt cx="702110" cy="738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110" cy="738785"/>
            </a:xfrm>
            <a:custGeom>
              <a:avLst/>
              <a:gdLst/>
              <a:ahLst/>
              <a:cxnLst/>
              <a:rect r="r" b="b" t="t" l="l"/>
              <a:pathLst>
                <a:path h="738785" w="702110">
                  <a:moveTo>
                    <a:pt x="351055" y="0"/>
                  </a:moveTo>
                  <a:cubicBezTo>
                    <a:pt x="157173" y="0"/>
                    <a:pt x="0" y="165383"/>
                    <a:pt x="0" y="369393"/>
                  </a:cubicBezTo>
                  <a:cubicBezTo>
                    <a:pt x="0" y="573403"/>
                    <a:pt x="157173" y="738785"/>
                    <a:pt x="351055" y="738785"/>
                  </a:cubicBezTo>
                  <a:cubicBezTo>
                    <a:pt x="544937" y="738785"/>
                    <a:pt x="702110" y="573403"/>
                    <a:pt x="702110" y="369393"/>
                  </a:cubicBezTo>
                  <a:cubicBezTo>
                    <a:pt x="702110" y="165383"/>
                    <a:pt x="544937" y="0"/>
                    <a:pt x="351055" y="0"/>
                  </a:cubicBezTo>
                  <a:close/>
                </a:path>
              </a:pathLst>
            </a:custGeom>
            <a:solidFill>
              <a:srgbClr val="06B6D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1080882">
            <a:off x="9204775" y="6339572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96390" y="-1407038"/>
            <a:ext cx="10442677" cy="104426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2755" t="0" r="-27337" b="0"/>
              </a:stretch>
            </a:blipFill>
            <a:ln w="257175" cap="sq">
              <a:solidFill>
                <a:srgbClr val="4F46E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51877" y="2352525"/>
            <a:ext cx="6791690" cy="192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6"/>
              </a:lnSpc>
            </a:pPr>
            <a:r>
              <a:rPr lang="en-US" sz="5397" b="true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GENERA PROGRAMMAZIONE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31327" y="605919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1" y="0"/>
                </a:lnTo>
                <a:lnTo>
                  <a:pt x="845561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33038" y="7505510"/>
            <a:ext cx="624477" cy="624477"/>
          </a:xfrm>
          <a:custGeom>
            <a:avLst/>
            <a:gdLst/>
            <a:ahLst/>
            <a:cxnLst/>
            <a:rect r="r" b="b" t="t" l="l"/>
            <a:pathLst>
              <a:path h="624477" w="624477">
                <a:moveTo>
                  <a:pt x="0" y="0"/>
                </a:moveTo>
                <a:lnTo>
                  <a:pt x="624477" y="0"/>
                </a:lnTo>
                <a:lnTo>
                  <a:pt x="624477" y="624477"/>
                </a:lnTo>
                <a:lnTo>
                  <a:pt x="0" y="624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27358" y="150083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1368643" y="8166436"/>
            <a:ext cx="341596" cy="341596"/>
          </a:xfrm>
          <a:custGeom>
            <a:avLst/>
            <a:gdLst/>
            <a:ahLst/>
            <a:cxnLst/>
            <a:rect r="r" b="b" t="t" l="l"/>
            <a:pathLst>
              <a:path h="341596" w="341596">
                <a:moveTo>
                  <a:pt x="0" y="0"/>
                </a:moveTo>
                <a:lnTo>
                  <a:pt x="341595" y="0"/>
                </a:lnTo>
                <a:lnTo>
                  <a:pt x="341595" y="341596"/>
                </a:lnTo>
                <a:lnTo>
                  <a:pt x="0" y="3415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814357" y="2155325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915920" y="8649801"/>
            <a:ext cx="341596" cy="341596"/>
          </a:xfrm>
          <a:custGeom>
            <a:avLst/>
            <a:gdLst/>
            <a:ahLst/>
            <a:cxnLst/>
            <a:rect r="r" b="b" t="t" l="l"/>
            <a:pathLst>
              <a:path h="341596" w="341596">
                <a:moveTo>
                  <a:pt x="0" y="0"/>
                </a:moveTo>
                <a:lnTo>
                  <a:pt x="341595" y="0"/>
                </a:lnTo>
                <a:lnTo>
                  <a:pt x="341595" y="341596"/>
                </a:lnTo>
                <a:lnTo>
                  <a:pt x="0" y="3415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66" t="-65756" r="-30069" b="-81441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8572" y="6288440"/>
            <a:ext cx="8285428" cy="833961"/>
            <a:chOff x="0" y="0"/>
            <a:chExt cx="2182170" cy="2196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2170" cy="219644"/>
            </a:xfrm>
            <a:custGeom>
              <a:avLst/>
              <a:gdLst/>
              <a:ahLst/>
              <a:cxnLst/>
              <a:rect r="r" b="b" t="t" l="l"/>
              <a:pathLst>
                <a:path h="219644" w="2182170">
                  <a:moveTo>
                    <a:pt x="31770" y="0"/>
                  </a:moveTo>
                  <a:lnTo>
                    <a:pt x="2150401" y="0"/>
                  </a:lnTo>
                  <a:cubicBezTo>
                    <a:pt x="2167947" y="0"/>
                    <a:pt x="2182170" y="14224"/>
                    <a:pt x="2182170" y="31770"/>
                  </a:cubicBezTo>
                  <a:lnTo>
                    <a:pt x="2182170" y="187874"/>
                  </a:lnTo>
                  <a:cubicBezTo>
                    <a:pt x="2182170" y="196300"/>
                    <a:pt x="2178823" y="204381"/>
                    <a:pt x="2172865" y="210339"/>
                  </a:cubicBezTo>
                  <a:cubicBezTo>
                    <a:pt x="2166907" y="216297"/>
                    <a:pt x="2158827" y="219644"/>
                    <a:pt x="2150401" y="219644"/>
                  </a:cubicBezTo>
                  <a:lnTo>
                    <a:pt x="31770" y="219644"/>
                  </a:lnTo>
                  <a:cubicBezTo>
                    <a:pt x="23344" y="219644"/>
                    <a:pt x="15263" y="216297"/>
                    <a:pt x="9305" y="210339"/>
                  </a:cubicBezTo>
                  <a:cubicBezTo>
                    <a:pt x="3347" y="204381"/>
                    <a:pt x="0" y="196300"/>
                    <a:pt x="0" y="187874"/>
                  </a:cubicBezTo>
                  <a:lnTo>
                    <a:pt x="0" y="31770"/>
                  </a:lnTo>
                  <a:cubicBezTo>
                    <a:pt x="0" y="23344"/>
                    <a:pt x="3347" y="15263"/>
                    <a:pt x="9305" y="9305"/>
                  </a:cubicBezTo>
                  <a:cubicBezTo>
                    <a:pt x="15263" y="3347"/>
                    <a:pt x="23344" y="0"/>
                    <a:pt x="31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2182170" cy="305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Massimizzare l’utilizzo delle sale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8572" y="7920253"/>
            <a:ext cx="8285428" cy="833961"/>
            <a:chOff x="0" y="0"/>
            <a:chExt cx="2182170" cy="2196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2170" cy="219644"/>
            </a:xfrm>
            <a:custGeom>
              <a:avLst/>
              <a:gdLst/>
              <a:ahLst/>
              <a:cxnLst/>
              <a:rect r="r" b="b" t="t" l="l"/>
              <a:pathLst>
                <a:path h="219644" w="2182170">
                  <a:moveTo>
                    <a:pt x="31770" y="0"/>
                  </a:moveTo>
                  <a:lnTo>
                    <a:pt x="2150401" y="0"/>
                  </a:lnTo>
                  <a:cubicBezTo>
                    <a:pt x="2167947" y="0"/>
                    <a:pt x="2182170" y="14224"/>
                    <a:pt x="2182170" y="31770"/>
                  </a:cubicBezTo>
                  <a:lnTo>
                    <a:pt x="2182170" y="187874"/>
                  </a:lnTo>
                  <a:cubicBezTo>
                    <a:pt x="2182170" y="196300"/>
                    <a:pt x="2178823" y="204381"/>
                    <a:pt x="2172865" y="210339"/>
                  </a:cubicBezTo>
                  <a:cubicBezTo>
                    <a:pt x="2166907" y="216297"/>
                    <a:pt x="2158827" y="219644"/>
                    <a:pt x="2150401" y="219644"/>
                  </a:cubicBezTo>
                  <a:lnTo>
                    <a:pt x="31770" y="219644"/>
                  </a:lnTo>
                  <a:cubicBezTo>
                    <a:pt x="23344" y="219644"/>
                    <a:pt x="15263" y="216297"/>
                    <a:pt x="9305" y="210339"/>
                  </a:cubicBezTo>
                  <a:cubicBezTo>
                    <a:pt x="3347" y="204381"/>
                    <a:pt x="0" y="196300"/>
                    <a:pt x="0" y="187874"/>
                  </a:cubicBezTo>
                  <a:lnTo>
                    <a:pt x="0" y="31770"/>
                  </a:lnTo>
                  <a:cubicBezTo>
                    <a:pt x="0" y="23344"/>
                    <a:pt x="3347" y="15263"/>
                    <a:pt x="9305" y="9305"/>
                  </a:cubicBezTo>
                  <a:cubicBezTo>
                    <a:pt x="15263" y="3347"/>
                    <a:pt x="23344" y="0"/>
                    <a:pt x="31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2182170" cy="305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Minimizzare lo spreco di tempo e risorse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4550368" y="7201975"/>
            <a:ext cx="901837" cy="742689"/>
            <a:chOff x="0" y="0"/>
            <a:chExt cx="647700" cy="533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F46E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0349" y="5101498"/>
            <a:ext cx="2248376" cy="63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3519" b="true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71052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47041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037559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66" t="-65756" r="-30069" b="-8144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48105" y="1028700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39845" y="1009650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5673" y="8293865"/>
            <a:ext cx="16549978" cy="964435"/>
            <a:chOff x="0" y="0"/>
            <a:chExt cx="22066638" cy="12859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66638" cy="1285914"/>
            </a:xfrm>
            <a:custGeom>
              <a:avLst/>
              <a:gdLst/>
              <a:ahLst/>
              <a:cxnLst/>
              <a:rect r="r" b="b" t="t" l="l"/>
              <a:pathLst>
                <a:path h="1285914" w="22066638">
                  <a:moveTo>
                    <a:pt x="0" y="0"/>
                  </a:moveTo>
                  <a:lnTo>
                    <a:pt x="22066638" y="0"/>
                  </a:lnTo>
                  <a:lnTo>
                    <a:pt x="22066638" y="1285914"/>
                  </a:lnTo>
                  <a:lnTo>
                    <a:pt x="0" y="1285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363880" r="-11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293387" y="349479"/>
              <a:ext cx="19504787" cy="422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Entrambe le fasi usano la stessa </a:t>
              </a: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logica di piazzamento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: per ogni intervento cercano il </a:t>
              </a: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bestSlot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, lo slot valido col punteggio più alto.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1402" y="1051801"/>
            <a:ext cx="2018325" cy="539818"/>
            <a:chOff x="0" y="0"/>
            <a:chExt cx="2691100" cy="719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5247" y="4163108"/>
            <a:ext cx="2790092" cy="2790092"/>
            <a:chOff x="0" y="0"/>
            <a:chExt cx="3556000" cy="355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200400"/>
                  </a:lnTo>
                  <a:cubicBezTo>
                    <a:pt x="3556000" y="3396792"/>
                    <a:pt x="3396792" y="3556000"/>
                    <a:pt x="320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443924" y="4163108"/>
            <a:ext cx="2790092" cy="2790092"/>
            <a:chOff x="0" y="0"/>
            <a:chExt cx="3556000" cy="355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200400"/>
                  </a:lnTo>
                  <a:cubicBezTo>
                    <a:pt x="3556000" y="3396792"/>
                    <a:pt x="3396792" y="3556000"/>
                    <a:pt x="320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E0F2F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632601" y="4163108"/>
            <a:ext cx="2790092" cy="2790092"/>
            <a:chOff x="0" y="0"/>
            <a:chExt cx="3556000" cy="355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200400"/>
                  </a:lnTo>
                  <a:cubicBezTo>
                    <a:pt x="3556000" y="3396792"/>
                    <a:pt x="3396792" y="3556000"/>
                    <a:pt x="320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EA">
                    <a:alpha val="100000"/>
                  </a:srgbClr>
                </a:gs>
                <a:gs pos="100000">
                  <a:srgbClr val="F1ECF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821278" y="4163108"/>
            <a:ext cx="2790092" cy="2790092"/>
            <a:chOff x="0" y="0"/>
            <a:chExt cx="3556000" cy="355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200400"/>
                  </a:lnTo>
                  <a:cubicBezTo>
                    <a:pt x="3556000" y="3396792"/>
                    <a:pt x="3396792" y="3556000"/>
                    <a:pt x="320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EA">
                    <a:alpha val="100000"/>
                  </a:srgbClr>
                </a:gs>
                <a:gs pos="100000">
                  <a:srgbClr val="F1ECFE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009955" y="4163108"/>
            <a:ext cx="2790092" cy="2790092"/>
            <a:chOff x="0" y="0"/>
            <a:chExt cx="3556000" cy="355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200400"/>
                  </a:lnTo>
                  <a:cubicBezTo>
                    <a:pt x="3556000" y="3396792"/>
                    <a:pt x="3396792" y="3556000"/>
                    <a:pt x="320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4F46E5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AutoShape 27" id="27"/>
          <p:cNvSpPr/>
          <p:nvPr/>
        </p:nvSpPr>
        <p:spPr>
          <a:xfrm>
            <a:off x="13661194" y="5558154"/>
            <a:ext cx="298938" cy="0"/>
          </a:xfrm>
          <a:prstGeom prst="line">
            <a:avLst/>
          </a:prstGeom>
          <a:ln cap="rnd" w="19050">
            <a:solidFill>
              <a:srgbClr val="4F46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0472517" y="5558154"/>
            <a:ext cx="298938" cy="0"/>
          </a:xfrm>
          <a:prstGeom prst="line">
            <a:avLst/>
          </a:prstGeom>
          <a:ln cap="rnd" w="19050">
            <a:solidFill>
              <a:srgbClr val="4F46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7283840" y="5558154"/>
            <a:ext cx="298938" cy="0"/>
          </a:xfrm>
          <a:prstGeom prst="line">
            <a:avLst/>
          </a:prstGeom>
          <a:ln cap="rnd" w="19050">
            <a:solidFill>
              <a:srgbClr val="4F46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4095163" y="5558154"/>
            <a:ext cx="298938" cy="0"/>
          </a:xfrm>
          <a:prstGeom prst="line">
            <a:avLst/>
          </a:prstGeom>
          <a:ln cap="rnd" w="19050">
            <a:solidFill>
              <a:srgbClr val="4F46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5748155" y="650529"/>
            <a:ext cx="6791690" cy="65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6"/>
              </a:lnSpc>
            </a:pPr>
            <a:r>
              <a:rPr lang="en-US" b="true" sz="359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ALGORITMO DI SCHEDULING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88399" y="1353771"/>
            <a:ext cx="767432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b="true" sz="4650">
                <a:solidFill>
                  <a:srgbClr val="16283C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Come funziona, </a:t>
            </a:r>
            <a:r>
              <a:rPr lang="en-US" b="true" sz="4650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Ultra-Bold"/>
                <a:ea typeface="Poppins Ultra-Bold"/>
                <a:cs typeface="Poppins Ultra-Bold"/>
                <a:sym typeface="Poppins Ultra-Bold"/>
              </a:rPr>
              <a:t>in sintesi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71413" y="2320199"/>
            <a:ext cx="13745175" cy="79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3A4D60"/>
                </a:solidFill>
                <a:latin typeface="Poppins"/>
                <a:ea typeface="Poppins"/>
                <a:cs typeface="Poppins"/>
                <a:sym typeface="Poppins"/>
              </a:rPr>
              <a:t>Due step di preparazione, poi </a:t>
            </a:r>
            <a:r>
              <a:rPr lang="en-US" b="true" sz="2224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due fasi </a:t>
            </a:r>
            <a:r>
              <a:rPr lang="en-US" sz="2224">
                <a:solidFill>
                  <a:srgbClr val="3A4D60"/>
                </a:solidFill>
                <a:latin typeface="Poppins"/>
                <a:ea typeface="Poppins"/>
                <a:cs typeface="Poppins"/>
                <a:sym typeface="Poppins"/>
              </a:rPr>
              <a:t>di piazzamento che condividono la stessa logica di ricerca dello slot migliore.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60157" y="5460266"/>
            <a:ext cx="2491154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</a:pPr>
            <a:r>
              <a:rPr lang="en-US" sz="1799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Calendario ottimizzato</a:t>
            </a:r>
          </a:p>
          <a:p>
            <a:pPr algn="ctr">
              <a:lnSpc>
                <a:spcPts val="2339"/>
              </a:lnSpc>
            </a:pPr>
            <a:r>
              <a:rPr lang="en-US" sz="1799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  <a:p>
            <a:pPr algn="ctr" marL="0" indent="0" lvl="0">
              <a:lnSpc>
                <a:spcPts val="2339"/>
              </a:lnSpc>
              <a:spcBef>
                <a:spcPct val="0"/>
              </a:spcBef>
            </a:pPr>
            <a:r>
              <a:rPr lang="en-US" sz="1799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Non Schedulati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59424" y="4981575"/>
            <a:ext cx="249115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9"/>
              </a:lnSpc>
              <a:spcBef>
                <a:spcPct val="0"/>
              </a:spcBef>
            </a:pPr>
            <a:r>
              <a:rPr lang="en-US" b="true" sz="188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Programmazione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02309" y="4318195"/>
            <a:ext cx="1805385" cy="5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7"/>
              </a:lnSpc>
              <a:spcBef>
                <a:spcPct val="0"/>
              </a:spcBef>
            </a:pPr>
            <a:r>
              <a:rPr lang="en-US" b="true" sz="33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70747" y="5598188"/>
            <a:ext cx="2491154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Piazza gli interventi restanti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70747" y="4972733"/>
            <a:ext cx="2491154" cy="29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9"/>
              </a:lnSpc>
              <a:spcBef>
                <a:spcPct val="0"/>
              </a:spcBef>
            </a:pPr>
            <a:r>
              <a:rPr lang="en-US" b="true" sz="1883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Riempimento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20571" y="4264512"/>
            <a:ext cx="2391508" cy="5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7"/>
              </a:lnSpc>
              <a:spcBef>
                <a:spcPct val="0"/>
              </a:spcBef>
            </a:pPr>
            <a:r>
              <a:rPr lang="en-US" b="true" sz="334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Fase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86467" y="5565384"/>
            <a:ext cx="2491154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Almeno un intervento a settimana per reparto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82071" y="4845441"/>
            <a:ext cx="2491154" cy="57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9"/>
              </a:lnSpc>
              <a:spcBef>
                <a:spcPct val="0"/>
              </a:spcBef>
            </a:pPr>
            <a:r>
              <a:rPr lang="en-US" b="true" sz="1883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Vincolo Settimanale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31894" y="4264512"/>
            <a:ext cx="2391508" cy="5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7"/>
              </a:lnSpc>
              <a:spcBef>
                <a:spcPct val="0"/>
              </a:spcBef>
            </a:pPr>
            <a:r>
              <a:rPr lang="en-US" b="true" sz="334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Fase 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93394" y="5588663"/>
            <a:ext cx="24911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Giorni del mese in blocchi da 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93394" y="4981575"/>
            <a:ext cx="2491154" cy="29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9"/>
              </a:lnSpc>
              <a:spcBef>
                <a:spcPct val="0"/>
              </a:spcBef>
            </a:pPr>
            <a:r>
              <a:rPr lang="en-US" b="true" sz="1883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Crea le Settimane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643217" y="4264512"/>
            <a:ext cx="2391508" cy="5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7"/>
              </a:lnSpc>
              <a:spcBef>
                <a:spcPct val="0"/>
              </a:spcBef>
            </a:pPr>
            <a:r>
              <a:rPr lang="en-US" b="true" sz="334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PRE-STEP 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04717" y="5588663"/>
            <a:ext cx="24911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Interventi dal più lungo al più corto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4894" y="4981575"/>
            <a:ext cx="2491154" cy="29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9"/>
              </a:lnSpc>
              <a:spcBef>
                <a:spcPct val="0"/>
              </a:spcBef>
            </a:pPr>
            <a:r>
              <a:rPr lang="en-US" b="true" sz="1883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Ordina per durata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4540" y="4264512"/>
            <a:ext cx="2391508" cy="5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7"/>
              </a:lnSpc>
              <a:spcBef>
                <a:spcPct val="0"/>
              </a:spcBef>
            </a:pPr>
            <a:r>
              <a:rPr lang="en-US" b="true" sz="3347">
                <a:solidFill>
                  <a:srgbClr val="4F46E5"/>
                </a:solidFill>
                <a:latin typeface="Poppins Bold"/>
                <a:ea typeface="Poppins Bold"/>
                <a:cs typeface="Poppins Bold"/>
                <a:sym typeface="Poppins Bold"/>
              </a:rPr>
              <a:t>PRE-STEP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1066800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7750" y="2740605"/>
            <a:ext cx="6030527" cy="468524"/>
            <a:chOff x="0" y="0"/>
            <a:chExt cx="8040702" cy="62469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573656" y="0"/>
              <a:ext cx="3387101" cy="624699"/>
              <a:chOff x="0" y="0"/>
              <a:chExt cx="2540326" cy="46852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540326" cy="468524"/>
              </a:xfrm>
              <a:custGeom>
                <a:avLst/>
                <a:gdLst/>
                <a:ahLst/>
                <a:cxnLst/>
                <a:rect r="r" b="b" t="t" l="l"/>
                <a:pathLst>
                  <a:path h="468524" w="2540326">
                    <a:moveTo>
                      <a:pt x="0" y="234370"/>
                    </a:moveTo>
                    <a:cubicBezTo>
                      <a:pt x="0" y="219076"/>
                      <a:pt x="1706" y="203781"/>
                      <a:pt x="5117" y="188702"/>
                    </a:cubicBezTo>
                    <a:cubicBezTo>
                      <a:pt x="8529" y="173623"/>
                      <a:pt x="13402" y="158760"/>
                      <a:pt x="20225" y="144542"/>
                    </a:cubicBezTo>
                    <a:cubicBezTo>
                      <a:pt x="27048" y="130325"/>
                      <a:pt x="35089" y="116754"/>
                      <a:pt x="44593" y="104045"/>
                    </a:cubicBezTo>
                    <a:cubicBezTo>
                      <a:pt x="54096" y="91335"/>
                      <a:pt x="65305" y="79488"/>
                      <a:pt x="77489" y="68501"/>
                    </a:cubicBezTo>
                    <a:cubicBezTo>
                      <a:pt x="89673" y="57515"/>
                      <a:pt x="103075" y="47822"/>
                      <a:pt x="117696" y="39421"/>
                    </a:cubicBezTo>
                    <a:cubicBezTo>
                      <a:pt x="132316" y="31020"/>
                      <a:pt x="147424" y="23695"/>
                      <a:pt x="163507" y="17879"/>
                    </a:cubicBezTo>
                    <a:cubicBezTo>
                      <a:pt x="179589" y="12063"/>
                      <a:pt x="196159" y="7539"/>
                      <a:pt x="213217" y="4524"/>
                    </a:cubicBezTo>
                    <a:cubicBezTo>
                      <a:pt x="230274" y="1508"/>
                      <a:pt x="247575" y="0"/>
                      <a:pt x="265120" y="0"/>
                    </a:cubicBezTo>
                    <a:lnTo>
                      <a:pt x="2275450" y="0"/>
                    </a:lnTo>
                    <a:cubicBezTo>
                      <a:pt x="2292751" y="0"/>
                      <a:pt x="2310052" y="1508"/>
                      <a:pt x="2327109" y="4524"/>
                    </a:cubicBezTo>
                    <a:cubicBezTo>
                      <a:pt x="2344166" y="7539"/>
                      <a:pt x="2360736" y="11848"/>
                      <a:pt x="2376819" y="17879"/>
                    </a:cubicBezTo>
                    <a:cubicBezTo>
                      <a:pt x="2392902" y="23911"/>
                      <a:pt x="2408253" y="31020"/>
                      <a:pt x="2422630" y="39636"/>
                    </a:cubicBezTo>
                    <a:cubicBezTo>
                      <a:pt x="2437007" y="48253"/>
                      <a:pt x="2450409" y="57946"/>
                      <a:pt x="2462837" y="68717"/>
                    </a:cubicBezTo>
                    <a:cubicBezTo>
                      <a:pt x="2475264" y="79488"/>
                      <a:pt x="2486230" y="91335"/>
                      <a:pt x="2495733" y="104260"/>
                    </a:cubicBezTo>
                    <a:cubicBezTo>
                      <a:pt x="2505236" y="117185"/>
                      <a:pt x="2513522" y="130541"/>
                      <a:pt x="2520101" y="144758"/>
                    </a:cubicBezTo>
                    <a:cubicBezTo>
                      <a:pt x="2526680" y="158975"/>
                      <a:pt x="2531797" y="173623"/>
                      <a:pt x="2535209" y="188702"/>
                    </a:cubicBezTo>
                    <a:cubicBezTo>
                      <a:pt x="2538620" y="203781"/>
                      <a:pt x="2540326" y="219076"/>
                      <a:pt x="2540326" y="234370"/>
                    </a:cubicBezTo>
                    <a:cubicBezTo>
                      <a:pt x="2540326" y="249664"/>
                      <a:pt x="2538620" y="264959"/>
                      <a:pt x="2535209" y="280038"/>
                    </a:cubicBezTo>
                    <a:cubicBezTo>
                      <a:pt x="2531797" y="295117"/>
                      <a:pt x="2526680" y="309765"/>
                      <a:pt x="2520101" y="323982"/>
                    </a:cubicBezTo>
                    <a:cubicBezTo>
                      <a:pt x="2513522" y="338199"/>
                      <a:pt x="2505236" y="351770"/>
                      <a:pt x="2495733" y="364480"/>
                    </a:cubicBezTo>
                    <a:cubicBezTo>
                      <a:pt x="2486230" y="377189"/>
                      <a:pt x="2475021" y="389037"/>
                      <a:pt x="2462837" y="400023"/>
                    </a:cubicBezTo>
                    <a:cubicBezTo>
                      <a:pt x="2450653" y="411009"/>
                      <a:pt x="2437251" y="420703"/>
                      <a:pt x="2422630" y="429104"/>
                    </a:cubicBezTo>
                    <a:cubicBezTo>
                      <a:pt x="2408010" y="437505"/>
                      <a:pt x="2392902" y="444829"/>
                      <a:pt x="2376819" y="450645"/>
                    </a:cubicBezTo>
                    <a:cubicBezTo>
                      <a:pt x="2360736" y="456461"/>
                      <a:pt x="2344166" y="460985"/>
                      <a:pt x="2327109" y="464001"/>
                    </a:cubicBezTo>
                    <a:cubicBezTo>
                      <a:pt x="2310052" y="467017"/>
                      <a:pt x="2292751" y="468524"/>
                      <a:pt x="2275450" y="468524"/>
                    </a:cubicBezTo>
                    <a:lnTo>
                      <a:pt x="265120" y="468524"/>
                    </a:lnTo>
                    <a:cubicBezTo>
                      <a:pt x="247819" y="468524"/>
                      <a:pt x="230518" y="467017"/>
                      <a:pt x="213460" y="464001"/>
                    </a:cubicBezTo>
                    <a:cubicBezTo>
                      <a:pt x="196403" y="460985"/>
                      <a:pt x="179833" y="456461"/>
                      <a:pt x="163751" y="450645"/>
                    </a:cubicBezTo>
                    <a:cubicBezTo>
                      <a:pt x="147668" y="444829"/>
                      <a:pt x="132316" y="437505"/>
                      <a:pt x="117939" y="428888"/>
                    </a:cubicBezTo>
                    <a:cubicBezTo>
                      <a:pt x="103562" y="420272"/>
                      <a:pt x="90160" y="410578"/>
                      <a:pt x="77733" y="399807"/>
                    </a:cubicBezTo>
                    <a:cubicBezTo>
                      <a:pt x="65305" y="389037"/>
                      <a:pt x="54340" y="377189"/>
                      <a:pt x="44836" y="364264"/>
                    </a:cubicBezTo>
                    <a:cubicBezTo>
                      <a:pt x="35333" y="351339"/>
                      <a:pt x="27048" y="337984"/>
                      <a:pt x="20469" y="323767"/>
                    </a:cubicBezTo>
                    <a:cubicBezTo>
                      <a:pt x="13890" y="309549"/>
                      <a:pt x="8529" y="295117"/>
                      <a:pt x="5117" y="280038"/>
                    </a:cubicBezTo>
                    <a:cubicBezTo>
                      <a:pt x="1706" y="264959"/>
                      <a:pt x="0" y="249664"/>
                      <a:pt x="0" y="234370"/>
                    </a:cubicBezTo>
                    <a:close/>
                  </a:path>
                </a:pathLst>
              </a:custGeom>
              <a:solidFill>
                <a:srgbClr val="6A7B8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68484"/>
              <a:ext cx="439678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b="true" sz="1999" spc="99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ORDINE DI INSERIMENTO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93711" y="44591"/>
              <a:ext cx="3546992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NON ORDINATO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4252" y="8188966"/>
            <a:ext cx="16319497" cy="1260472"/>
            <a:chOff x="0" y="0"/>
            <a:chExt cx="21759329" cy="16806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9329" cy="1680629"/>
            </a:xfrm>
            <a:custGeom>
              <a:avLst/>
              <a:gdLst/>
              <a:ahLst/>
              <a:cxnLst/>
              <a:rect r="r" b="b" t="t" l="l"/>
              <a:pathLst>
                <a:path h="1680629" w="21759329">
                  <a:moveTo>
                    <a:pt x="0" y="0"/>
                  </a:moveTo>
                  <a:lnTo>
                    <a:pt x="21759329" y="0"/>
                  </a:lnTo>
                  <a:lnTo>
                    <a:pt x="21759329" y="1680629"/>
                  </a:lnTo>
                  <a:lnTo>
                    <a:pt x="0" y="168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06971" y="517309"/>
              <a:ext cx="181204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b="true" sz="1950">
                  <a:solidFill>
                    <a:srgbClr val="FFFFFF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?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16571" y="433045"/>
              <a:ext cx="19498805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Perché dal più lungo?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Gli interventi più lunghi sono i più difficili da piazzare: trovano </a:t>
              </a: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meno slot liberi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. Inserendoli per primi si evita di rimanere senza spazio per loro alla fine.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23372" y="6500660"/>
            <a:ext cx="263462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300'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3904" y="6500660"/>
            <a:ext cx="247926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270'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9862" y="6500660"/>
            <a:ext cx="262204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240'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71272" y="6500660"/>
            <a:ext cx="224438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210'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09898" y="6500660"/>
            <a:ext cx="233277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150'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57172" y="6500660"/>
            <a:ext cx="224438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120'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066" t="-65756" r="-30069" b="-81441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348105" y="755304"/>
            <a:ext cx="7591790" cy="1616421"/>
            <a:chOff x="0" y="0"/>
            <a:chExt cx="10122387" cy="2155228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132502" y="748703"/>
              <a:ext cx="9857383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PRE-STEP 1: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Ordinamento per durata decrescente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792842" y="3136456"/>
            <a:ext cx="6683266" cy="2365993"/>
            <a:chOff x="0" y="0"/>
            <a:chExt cx="8911021" cy="315465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648573"/>
              <a:ext cx="1881178" cy="2454758"/>
              <a:chOff x="0" y="0"/>
              <a:chExt cx="1236472" cy="161347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63500" y="62987"/>
                <a:ext cx="1109472" cy="1487503"/>
              </a:xfrm>
              <a:custGeom>
                <a:avLst/>
                <a:gdLst/>
                <a:ahLst/>
                <a:cxnLst/>
                <a:rect r="r" b="b" t="t" l="l"/>
                <a:pathLst>
                  <a:path h="1487503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487503"/>
                    </a:lnTo>
                    <a:lnTo>
                      <a:pt x="0" y="148750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312420" y="215290"/>
                <a:ext cx="609854" cy="992047"/>
              </a:xfrm>
              <a:custGeom>
                <a:avLst/>
                <a:gdLst/>
                <a:ahLst/>
                <a:cxnLst/>
                <a:rect r="r" b="b" t="t" l="l"/>
                <a:pathLst>
                  <a:path h="992047" w="609854">
                    <a:moveTo>
                      <a:pt x="254" y="916462"/>
                    </a:moveTo>
                    <a:lnTo>
                      <a:pt x="254" y="113377"/>
                    </a:lnTo>
                    <a:cubicBezTo>
                      <a:pt x="254" y="105944"/>
                      <a:pt x="1016" y="98512"/>
                      <a:pt x="2413" y="91205"/>
                    </a:cubicBezTo>
                    <a:cubicBezTo>
                      <a:pt x="3810" y="83899"/>
                      <a:pt x="6096" y="76844"/>
                      <a:pt x="8890" y="69916"/>
                    </a:cubicBezTo>
                    <a:cubicBezTo>
                      <a:pt x="11684" y="62987"/>
                      <a:pt x="15240" y="56562"/>
                      <a:pt x="19431" y="50264"/>
                    </a:cubicBezTo>
                    <a:cubicBezTo>
                      <a:pt x="23622" y="43965"/>
                      <a:pt x="28321" y="38296"/>
                      <a:pt x="33655" y="33131"/>
                    </a:cubicBezTo>
                    <a:cubicBezTo>
                      <a:pt x="38989" y="27966"/>
                      <a:pt x="44704" y="23179"/>
                      <a:pt x="50927" y="19022"/>
                    </a:cubicBezTo>
                    <a:cubicBezTo>
                      <a:pt x="57150" y="14865"/>
                      <a:pt x="63754" y="11338"/>
                      <a:pt x="70739" y="8566"/>
                    </a:cubicBezTo>
                    <a:cubicBezTo>
                      <a:pt x="77724" y="5795"/>
                      <a:pt x="84836" y="3527"/>
                      <a:pt x="92202" y="2141"/>
                    </a:cubicBezTo>
                    <a:cubicBezTo>
                      <a:pt x="99568" y="756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56"/>
                      <a:pt x="517906" y="2141"/>
                    </a:cubicBezTo>
                    <a:cubicBezTo>
                      <a:pt x="525272" y="3527"/>
                      <a:pt x="532384" y="5795"/>
                      <a:pt x="539369" y="8566"/>
                    </a:cubicBezTo>
                    <a:cubicBezTo>
                      <a:pt x="546354" y="11338"/>
                      <a:pt x="552831" y="14865"/>
                      <a:pt x="559181" y="19022"/>
                    </a:cubicBezTo>
                    <a:cubicBezTo>
                      <a:pt x="565531" y="23179"/>
                      <a:pt x="571246" y="27840"/>
                      <a:pt x="576453" y="33131"/>
                    </a:cubicBezTo>
                    <a:cubicBezTo>
                      <a:pt x="581660" y="38422"/>
                      <a:pt x="586486" y="44091"/>
                      <a:pt x="590677" y="50264"/>
                    </a:cubicBezTo>
                    <a:cubicBezTo>
                      <a:pt x="594868" y="56436"/>
                      <a:pt x="598424" y="62987"/>
                      <a:pt x="601218" y="69916"/>
                    </a:cubicBezTo>
                    <a:cubicBezTo>
                      <a:pt x="604012" y="76844"/>
                      <a:pt x="606298" y="83899"/>
                      <a:pt x="607695" y="91205"/>
                    </a:cubicBezTo>
                    <a:cubicBezTo>
                      <a:pt x="609092" y="98512"/>
                      <a:pt x="609854" y="105818"/>
                      <a:pt x="609854" y="113377"/>
                    </a:cubicBezTo>
                    <a:lnTo>
                      <a:pt x="609854" y="916462"/>
                    </a:lnTo>
                    <a:cubicBezTo>
                      <a:pt x="609854" y="921375"/>
                      <a:pt x="609346" y="926288"/>
                      <a:pt x="608330" y="931201"/>
                    </a:cubicBezTo>
                    <a:cubicBezTo>
                      <a:pt x="607314" y="936114"/>
                      <a:pt x="605917" y="940775"/>
                      <a:pt x="604012" y="945310"/>
                    </a:cubicBezTo>
                    <a:cubicBezTo>
                      <a:pt x="602107" y="949845"/>
                      <a:pt x="599694" y="954254"/>
                      <a:pt x="597027" y="958411"/>
                    </a:cubicBezTo>
                    <a:cubicBezTo>
                      <a:pt x="594360" y="962569"/>
                      <a:pt x="591058" y="966348"/>
                      <a:pt x="587502" y="969875"/>
                    </a:cubicBezTo>
                    <a:cubicBezTo>
                      <a:pt x="583946" y="973402"/>
                      <a:pt x="580136" y="976552"/>
                      <a:pt x="575945" y="979323"/>
                    </a:cubicBezTo>
                    <a:cubicBezTo>
                      <a:pt x="571754" y="982095"/>
                      <a:pt x="567436" y="984362"/>
                      <a:pt x="562737" y="986252"/>
                    </a:cubicBezTo>
                    <a:cubicBezTo>
                      <a:pt x="558038" y="988141"/>
                      <a:pt x="553339" y="989527"/>
                      <a:pt x="548386" y="990535"/>
                    </a:cubicBezTo>
                    <a:cubicBezTo>
                      <a:pt x="543433" y="991543"/>
                      <a:pt x="538480" y="992047"/>
                      <a:pt x="533527" y="992047"/>
                    </a:cubicBezTo>
                    <a:lnTo>
                      <a:pt x="76327" y="992047"/>
                    </a:lnTo>
                    <a:cubicBezTo>
                      <a:pt x="71374" y="992047"/>
                      <a:pt x="66421" y="991543"/>
                      <a:pt x="61468" y="990535"/>
                    </a:cubicBezTo>
                    <a:cubicBezTo>
                      <a:pt x="56515" y="989527"/>
                      <a:pt x="51816" y="988141"/>
                      <a:pt x="47117" y="986252"/>
                    </a:cubicBezTo>
                    <a:cubicBezTo>
                      <a:pt x="42418" y="984362"/>
                      <a:pt x="38100" y="981969"/>
                      <a:pt x="33909" y="979323"/>
                    </a:cubicBezTo>
                    <a:cubicBezTo>
                      <a:pt x="29718" y="976678"/>
                      <a:pt x="25908" y="973402"/>
                      <a:pt x="22352" y="969875"/>
                    </a:cubicBezTo>
                    <a:cubicBezTo>
                      <a:pt x="18796" y="966348"/>
                      <a:pt x="15621" y="962569"/>
                      <a:pt x="12827" y="958411"/>
                    </a:cubicBezTo>
                    <a:cubicBezTo>
                      <a:pt x="10033" y="954254"/>
                      <a:pt x="7747" y="949971"/>
                      <a:pt x="5842" y="945310"/>
                    </a:cubicBezTo>
                    <a:cubicBezTo>
                      <a:pt x="3937" y="940649"/>
                      <a:pt x="2540" y="935988"/>
                      <a:pt x="1524" y="931201"/>
                    </a:cubicBezTo>
                    <a:cubicBezTo>
                      <a:pt x="508" y="926414"/>
                      <a:pt x="0" y="921375"/>
                      <a:pt x="0" y="916462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426974" y="885976"/>
                <a:ext cx="381254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81254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5"/>
                      <a:pt x="381" y="49382"/>
                      <a:pt x="1143" y="45729"/>
                    </a:cubicBezTo>
                    <a:cubicBezTo>
                      <a:pt x="1905" y="42076"/>
                      <a:pt x="2921" y="38549"/>
                      <a:pt x="4445" y="35147"/>
                    </a:cubicBezTo>
                    <a:cubicBezTo>
                      <a:pt x="5969" y="31746"/>
                      <a:pt x="7620" y="28471"/>
                      <a:pt x="9779" y="25321"/>
                    </a:cubicBezTo>
                    <a:cubicBezTo>
                      <a:pt x="11938" y="22172"/>
                      <a:pt x="14224" y="19400"/>
                      <a:pt x="16891" y="16755"/>
                    </a:cubicBezTo>
                    <a:cubicBezTo>
                      <a:pt x="19558" y="14109"/>
                      <a:pt x="22479" y="11716"/>
                      <a:pt x="25527" y="9700"/>
                    </a:cubicBezTo>
                    <a:cubicBezTo>
                      <a:pt x="28575" y="7685"/>
                      <a:pt x="32004" y="5921"/>
                      <a:pt x="35433" y="4410"/>
                    </a:cubicBezTo>
                    <a:cubicBezTo>
                      <a:pt x="38862" y="2898"/>
                      <a:pt x="42418" y="1890"/>
                      <a:pt x="46101" y="1134"/>
                    </a:cubicBezTo>
                    <a:cubicBezTo>
                      <a:pt x="49784" y="378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78"/>
                      <a:pt x="335153" y="1134"/>
                    </a:cubicBezTo>
                    <a:cubicBezTo>
                      <a:pt x="338836" y="1890"/>
                      <a:pt x="342392" y="2898"/>
                      <a:pt x="345821" y="4410"/>
                    </a:cubicBezTo>
                    <a:cubicBezTo>
                      <a:pt x="349250" y="5921"/>
                      <a:pt x="352552" y="7559"/>
                      <a:pt x="355727" y="9700"/>
                    </a:cubicBezTo>
                    <a:cubicBezTo>
                      <a:pt x="358902" y="11842"/>
                      <a:pt x="361696" y="14109"/>
                      <a:pt x="364363" y="16755"/>
                    </a:cubicBezTo>
                    <a:cubicBezTo>
                      <a:pt x="367030" y="19400"/>
                      <a:pt x="369443" y="22298"/>
                      <a:pt x="371475" y="25321"/>
                    </a:cubicBezTo>
                    <a:cubicBezTo>
                      <a:pt x="373507" y="28345"/>
                      <a:pt x="375285" y="31746"/>
                      <a:pt x="376809" y="35147"/>
                    </a:cubicBezTo>
                    <a:cubicBezTo>
                      <a:pt x="378333" y="38549"/>
                      <a:pt x="379349" y="42076"/>
                      <a:pt x="380111" y="45729"/>
                    </a:cubicBezTo>
                    <a:cubicBezTo>
                      <a:pt x="380873" y="49382"/>
                      <a:pt x="381254" y="53035"/>
                      <a:pt x="381254" y="56815"/>
                    </a:cubicBezTo>
                    <a:lnTo>
                      <a:pt x="381254" y="170192"/>
                    </a:lnTo>
                    <a:cubicBezTo>
                      <a:pt x="381254" y="173971"/>
                      <a:pt x="380873" y="177624"/>
                      <a:pt x="380111" y="181277"/>
                    </a:cubicBezTo>
                    <a:cubicBezTo>
                      <a:pt x="379349" y="184930"/>
                      <a:pt x="378333" y="188458"/>
                      <a:pt x="376809" y="191859"/>
                    </a:cubicBezTo>
                    <a:cubicBezTo>
                      <a:pt x="375285" y="195260"/>
                      <a:pt x="373634" y="198536"/>
                      <a:pt x="371475" y="201685"/>
                    </a:cubicBezTo>
                    <a:cubicBezTo>
                      <a:pt x="369316" y="204834"/>
                      <a:pt x="367030" y="207606"/>
                      <a:pt x="364363" y="210251"/>
                    </a:cubicBezTo>
                    <a:cubicBezTo>
                      <a:pt x="361696" y="212897"/>
                      <a:pt x="358775" y="215290"/>
                      <a:pt x="355727" y="217306"/>
                    </a:cubicBezTo>
                    <a:cubicBezTo>
                      <a:pt x="352679" y="219321"/>
                      <a:pt x="349250" y="221085"/>
                      <a:pt x="345821" y="222597"/>
                    </a:cubicBezTo>
                    <a:cubicBezTo>
                      <a:pt x="342392" y="224108"/>
                      <a:pt x="338836" y="225116"/>
                      <a:pt x="335153" y="225872"/>
                    </a:cubicBezTo>
                    <a:cubicBezTo>
                      <a:pt x="331470" y="226628"/>
                      <a:pt x="327787" y="227006"/>
                      <a:pt x="323977" y="227006"/>
                    </a:cubicBezTo>
                    <a:lnTo>
                      <a:pt x="57277" y="227006"/>
                    </a:lnTo>
                    <a:cubicBezTo>
                      <a:pt x="53467" y="227006"/>
                      <a:pt x="49784" y="226628"/>
                      <a:pt x="46101" y="225872"/>
                    </a:cubicBezTo>
                    <a:cubicBezTo>
                      <a:pt x="42418" y="225116"/>
                      <a:pt x="38862" y="224108"/>
                      <a:pt x="35433" y="222597"/>
                    </a:cubicBezTo>
                    <a:cubicBezTo>
                      <a:pt x="32004" y="221085"/>
                      <a:pt x="28702" y="219448"/>
                      <a:pt x="25527" y="217306"/>
                    </a:cubicBezTo>
                    <a:cubicBezTo>
                      <a:pt x="22352" y="215164"/>
                      <a:pt x="19558" y="212897"/>
                      <a:pt x="16891" y="210251"/>
                    </a:cubicBezTo>
                    <a:cubicBezTo>
                      <a:pt x="14224" y="207606"/>
                      <a:pt x="11811" y="204708"/>
                      <a:pt x="9779" y="201685"/>
                    </a:cubicBezTo>
                    <a:cubicBezTo>
                      <a:pt x="7747" y="198662"/>
                      <a:pt x="5969" y="195386"/>
                      <a:pt x="4445" y="191859"/>
                    </a:cubicBezTo>
                    <a:cubicBezTo>
                      <a:pt x="2921" y="188332"/>
                      <a:pt x="1905" y="184930"/>
                      <a:pt x="1143" y="181277"/>
                    </a:cubicBezTo>
                    <a:cubicBezTo>
                      <a:pt x="381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709409" y="1995548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210'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1411423" y="0"/>
              <a:ext cx="1767695" cy="3103331"/>
              <a:chOff x="0" y="0"/>
              <a:chExt cx="1161882" cy="203977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59817" y="62987"/>
                <a:ext cx="1042248" cy="1913800"/>
              </a:xfrm>
              <a:custGeom>
                <a:avLst/>
                <a:gdLst/>
                <a:ahLst/>
                <a:cxnLst/>
                <a:rect r="r" b="b" t="t" l="l"/>
                <a:pathLst>
                  <a:path h="1913800" w="1042248">
                    <a:moveTo>
                      <a:pt x="0" y="0"/>
                    </a:moveTo>
                    <a:lnTo>
                      <a:pt x="1042248" y="0"/>
                    </a:lnTo>
                    <a:lnTo>
                      <a:pt x="1042248" y="1913800"/>
                    </a:lnTo>
                    <a:lnTo>
                      <a:pt x="0" y="1913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293581" y="216424"/>
                <a:ext cx="574481" cy="1417210"/>
              </a:xfrm>
              <a:custGeom>
                <a:avLst/>
                <a:gdLst/>
                <a:ahLst/>
                <a:cxnLst/>
                <a:rect r="r" b="b" t="t" l="l"/>
                <a:pathLst>
                  <a:path h="1417210" w="574481">
                    <a:moveTo>
                      <a:pt x="239" y="1341625"/>
                    </a:moveTo>
                    <a:lnTo>
                      <a:pt x="239" y="113377"/>
                    </a:lnTo>
                    <a:cubicBezTo>
                      <a:pt x="239" y="105944"/>
                      <a:pt x="957" y="98512"/>
                      <a:pt x="2273" y="91205"/>
                    </a:cubicBezTo>
                    <a:cubicBezTo>
                      <a:pt x="3589" y="83899"/>
                      <a:pt x="5742" y="76844"/>
                      <a:pt x="8374" y="69915"/>
                    </a:cubicBezTo>
                    <a:cubicBezTo>
                      <a:pt x="11006" y="62987"/>
                      <a:pt x="14356" y="56562"/>
                      <a:pt x="18304" y="50263"/>
                    </a:cubicBezTo>
                    <a:cubicBezTo>
                      <a:pt x="22252" y="43965"/>
                      <a:pt x="26678" y="38296"/>
                      <a:pt x="31703" y="33131"/>
                    </a:cubicBezTo>
                    <a:cubicBezTo>
                      <a:pt x="36727" y="27966"/>
                      <a:pt x="42111" y="23179"/>
                      <a:pt x="47973" y="19022"/>
                    </a:cubicBezTo>
                    <a:cubicBezTo>
                      <a:pt x="53835" y="14865"/>
                      <a:pt x="60056" y="11337"/>
                      <a:pt x="66636" y="8566"/>
                    </a:cubicBezTo>
                    <a:cubicBezTo>
                      <a:pt x="73216" y="5795"/>
                      <a:pt x="79915" y="3527"/>
                      <a:pt x="86854" y="2141"/>
                    </a:cubicBezTo>
                    <a:cubicBezTo>
                      <a:pt x="93793" y="756"/>
                      <a:pt x="100731" y="0"/>
                      <a:pt x="107909" y="0"/>
                    </a:cubicBezTo>
                    <a:lnTo>
                      <a:pt x="466810" y="0"/>
                    </a:lnTo>
                    <a:cubicBezTo>
                      <a:pt x="473869" y="0"/>
                      <a:pt x="480927" y="756"/>
                      <a:pt x="487866" y="2141"/>
                    </a:cubicBezTo>
                    <a:cubicBezTo>
                      <a:pt x="494804" y="3527"/>
                      <a:pt x="501504" y="5795"/>
                      <a:pt x="508084" y="8566"/>
                    </a:cubicBezTo>
                    <a:cubicBezTo>
                      <a:pt x="514664" y="11337"/>
                      <a:pt x="520765" y="14865"/>
                      <a:pt x="526747" y="19022"/>
                    </a:cubicBezTo>
                    <a:cubicBezTo>
                      <a:pt x="532728" y="23179"/>
                      <a:pt x="538112" y="27840"/>
                      <a:pt x="543017" y="33131"/>
                    </a:cubicBezTo>
                    <a:cubicBezTo>
                      <a:pt x="547922" y="38422"/>
                      <a:pt x="552468" y="44091"/>
                      <a:pt x="556416" y="50263"/>
                    </a:cubicBezTo>
                    <a:cubicBezTo>
                      <a:pt x="560364" y="56436"/>
                      <a:pt x="563713" y="62987"/>
                      <a:pt x="566345" y="69915"/>
                    </a:cubicBezTo>
                    <a:cubicBezTo>
                      <a:pt x="568977" y="76844"/>
                      <a:pt x="571131" y="83899"/>
                      <a:pt x="572447" y="91205"/>
                    </a:cubicBezTo>
                    <a:cubicBezTo>
                      <a:pt x="573763" y="98512"/>
                      <a:pt x="574480" y="105944"/>
                      <a:pt x="574480" y="113377"/>
                    </a:cubicBezTo>
                    <a:lnTo>
                      <a:pt x="574480" y="1341625"/>
                    </a:lnTo>
                    <a:cubicBezTo>
                      <a:pt x="574480" y="1346538"/>
                      <a:pt x="574002" y="1351451"/>
                      <a:pt x="573045" y="1356364"/>
                    </a:cubicBezTo>
                    <a:cubicBezTo>
                      <a:pt x="572088" y="1361277"/>
                      <a:pt x="570772" y="1365938"/>
                      <a:pt x="568977" y="1370473"/>
                    </a:cubicBezTo>
                    <a:cubicBezTo>
                      <a:pt x="567183" y="1375008"/>
                      <a:pt x="564910" y="1379417"/>
                      <a:pt x="562397" y="1383575"/>
                    </a:cubicBezTo>
                    <a:cubicBezTo>
                      <a:pt x="559885" y="1387732"/>
                      <a:pt x="556775" y="1391511"/>
                      <a:pt x="553425" y="1395038"/>
                    </a:cubicBezTo>
                    <a:cubicBezTo>
                      <a:pt x="550075" y="1398565"/>
                      <a:pt x="546486" y="1401715"/>
                      <a:pt x="542538" y="1404486"/>
                    </a:cubicBezTo>
                    <a:cubicBezTo>
                      <a:pt x="538590" y="1407258"/>
                      <a:pt x="534523" y="1409525"/>
                      <a:pt x="530096" y="1411415"/>
                    </a:cubicBezTo>
                    <a:cubicBezTo>
                      <a:pt x="525670" y="1413304"/>
                      <a:pt x="521243" y="1414690"/>
                      <a:pt x="516578" y="1415698"/>
                    </a:cubicBezTo>
                    <a:cubicBezTo>
                      <a:pt x="511912" y="1416706"/>
                      <a:pt x="507246" y="1417210"/>
                      <a:pt x="502581" y="1417210"/>
                    </a:cubicBezTo>
                    <a:lnTo>
                      <a:pt x="71900" y="1417210"/>
                    </a:lnTo>
                    <a:cubicBezTo>
                      <a:pt x="67234" y="1417210"/>
                      <a:pt x="62568" y="1416706"/>
                      <a:pt x="57903" y="1415698"/>
                    </a:cubicBezTo>
                    <a:cubicBezTo>
                      <a:pt x="53237" y="1414690"/>
                      <a:pt x="48810" y="1413304"/>
                      <a:pt x="44384" y="1411415"/>
                    </a:cubicBezTo>
                    <a:cubicBezTo>
                      <a:pt x="39957" y="1409525"/>
                      <a:pt x="35890" y="1407132"/>
                      <a:pt x="31942" y="1404486"/>
                    </a:cubicBezTo>
                    <a:cubicBezTo>
                      <a:pt x="27994" y="1401841"/>
                      <a:pt x="24405" y="1398565"/>
                      <a:pt x="21055" y="1395038"/>
                    </a:cubicBezTo>
                    <a:cubicBezTo>
                      <a:pt x="17706" y="1391511"/>
                      <a:pt x="14715" y="1387732"/>
                      <a:pt x="12083" y="1383575"/>
                    </a:cubicBezTo>
                    <a:cubicBezTo>
                      <a:pt x="9451" y="1379417"/>
                      <a:pt x="7297" y="1375134"/>
                      <a:pt x="5503" y="1370473"/>
                    </a:cubicBezTo>
                    <a:cubicBezTo>
                      <a:pt x="3709" y="1365812"/>
                      <a:pt x="2393" y="1361151"/>
                      <a:pt x="1435" y="1356364"/>
                    </a:cubicBezTo>
                    <a:cubicBezTo>
                      <a:pt x="478" y="1351577"/>
                      <a:pt x="0" y="1346538"/>
                      <a:pt x="0" y="1341625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383545" y="1312273"/>
                <a:ext cx="395030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95030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6"/>
                      <a:pt x="359" y="49382"/>
                      <a:pt x="1077" y="45729"/>
                    </a:cubicBezTo>
                    <a:cubicBezTo>
                      <a:pt x="1795" y="42076"/>
                      <a:pt x="2752" y="38549"/>
                      <a:pt x="4187" y="35147"/>
                    </a:cubicBezTo>
                    <a:cubicBezTo>
                      <a:pt x="5623" y="31746"/>
                      <a:pt x="7178" y="28471"/>
                      <a:pt x="9212" y="25321"/>
                    </a:cubicBezTo>
                    <a:cubicBezTo>
                      <a:pt x="11246" y="22172"/>
                      <a:pt x="13399" y="19400"/>
                      <a:pt x="15912" y="16755"/>
                    </a:cubicBezTo>
                    <a:cubicBezTo>
                      <a:pt x="18424" y="14110"/>
                      <a:pt x="21175" y="11716"/>
                      <a:pt x="24047" y="9700"/>
                    </a:cubicBezTo>
                    <a:cubicBezTo>
                      <a:pt x="26918" y="7685"/>
                      <a:pt x="30148" y="5921"/>
                      <a:pt x="33378" y="4410"/>
                    </a:cubicBezTo>
                    <a:cubicBezTo>
                      <a:pt x="36608" y="2898"/>
                      <a:pt x="39958" y="1890"/>
                      <a:pt x="43427" y="1134"/>
                    </a:cubicBezTo>
                    <a:cubicBezTo>
                      <a:pt x="46897" y="378"/>
                      <a:pt x="50366" y="0"/>
                      <a:pt x="53955" y="0"/>
                    </a:cubicBezTo>
                    <a:lnTo>
                      <a:pt x="341076" y="0"/>
                    </a:lnTo>
                    <a:cubicBezTo>
                      <a:pt x="344665" y="0"/>
                      <a:pt x="348134" y="378"/>
                      <a:pt x="351603" y="1134"/>
                    </a:cubicBezTo>
                    <a:cubicBezTo>
                      <a:pt x="355073" y="1890"/>
                      <a:pt x="358423" y="2898"/>
                      <a:pt x="361653" y="4410"/>
                    </a:cubicBezTo>
                    <a:cubicBezTo>
                      <a:pt x="364883" y="5921"/>
                      <a:pt x="367993" y="7559"/>
                      <a:pt x="370984" y="9700"/>
                    </a:cubicBezTo>
                    <a:cubicBezTo>
                      <a:pt x="373975" y="11842"/>
                      <a:pt x="376607" y="14110"/>
                      <a:pt x="379119" y="16755"/>
                    </a:cubicBezTo>
                    <a:cubicBezTo>
                      <a:pt x="381632" y="19400"/>
                      <a:pt x="383905" y="22298"/>
                      <a:pt x="385819" y="25321"/>
                    </a:cubicBezTo>
                    <a:cubicBezTo>
                      <a:pt x="387733" y="28345"/>
                      <a:pt x="389408" y="31746"/>
                      <a:pt x="390843" y="35147"/>
                    </a:cubicBezTo>
                    <a:cubicBezTo>
                      <a:pt x="392279" y="38549"/>
                      <a:pt x="393236" y="42076"/>
                      <a:pt x="393954" y="45729"/>
                    </a:cubicBezTo>
                    <a:cubicBezTo>
                      <a:pt x="394672" y="49382"/>
                      <a:pt x="395030" y="53036"/>
                      <a:pt x="395030" y="56815"/>
                    </a:cubicBezTo>
                    <a:lnTo>
                      <a:pt x="395030" y="170192"/>
                    </a:lnTo>
                    <a:cubicBezTo>
                      <a:pt x="395030" y="173971"/>
                      <a:pt x="394672" y="177624"/>
                      <a:pt x="393954" y="181277"/>
                    </a:cubicBezTo>
                    <a:cubicBezTo>
                      <a:pt x="393236" y="184931"/>
                      <a:pt x="392279" y="188458"/>
                      <a:pt x="390843" y="191859"/>
                    </a:cubicBezTo>
                    <a:cubicBezTo>
                      <a:pt x="389408" y="195260"/>
                      <a:pt x="387852" y="198536"/>
                      <a:pt x="385819" y="201685"/>
                    </a:cubicBezTo>
                    <a:cubicBezTo>
                      <a:pt x="383785" y="204834"/>
                      <a:pt x="381632" y="207606"/>
                      <a:pt x="379119" y="210251"/>
                    </a:cubicBezTo>
                    <a:cubicBezTo>
                      <a:pt x="376607" y="212897"/>
                      <a:pt x="373855" y="215290"/>
                      <a:pt x="370984" y="217306"/>
                    </a:cubicBezTo>
                    <a:cubicBezTo>
                      <a:pt x="368113" y="219321"/>
                      <a:pt x="364883" y="221085"/>
                      <a:pt x="361653" y="222597"/>
                    </a:cubicBezTo>
                    <a:cubicBezTo>
                      <a:pt x="358423" y="224109"/>
                      <a:pt x="355073" y="225116"/>
                      <a:pt x="351603" y="225872"/>
                    </a:cubicBezTo>
                    <a:cubicBezTo>
                      <a:pt x="348134" y="226628"/>
                      <a:pt x="344665" y="227006"/>
                      <a:pt x="341076" y="227006"/>
                    </a:cubicBezTo>
                    <a:lnTo>
                      <a:pt x="53955" y="227006"/>
                    </a:lnTo>
                    <a:cubicBezTo>
                      <a:pt x="50366" y="227006"/>
                      <a:pt x="46897" y="226628"/>
                      <a:pt x="43427" y="225872"/>
                    </a:cubicBezTo>
                    <a:cubicBezTo>
                      <a:pt x="39958" y="225116"/>
                      <a:pt x="36608" y="224109"/>
                      <a:pt x="33378" y="222597"/>
                    </a:cubicBezTo>
                    <a:cubicBezTo>
                      <a:pt x="30148" y="221085"/>
                      <a:pt x="27037" y="219448"/>
                      <a:pt x="24047" y="217306"/>
                    </a:cubicBezTo>
                    <a:cubicBezTo>
                      <a:pt x="21056" y="215164"/>
                      <a:pt x="18424" y="212897"/>
                      <a:pt x="15912" y="210251"/>
                    </a:cubicBezTo>
                    <a:cubicBezTo>
                      <a:pt x="13399" y="207606"/>
                      <a:pt x="11126" y="204709"/>
                      <a:pt x="9212" y="201685"/>
                    </a:cubicBezTo>
                    <a:cubicBezTo>
                      <a:pt x="7298" y="198662"/>
                      <a:pt x="5623" y="195386"/>
                      <a:pt x="4187" y="191859"/>
                    </a:cubicBezTo>
                    <a:cubicBezTo>
                      <a:pt x="2752" y="188332"/>
                      <a:pt x="1795" y="184931"/>
                      <a:pt x="1077" y="181277"/>
                    </a:cubicBezTo>
                    <a:cubicBezTo>
                      <a:pt x="359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2024701" y="2024160"/>
              <a:ext cx="54113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300'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2705540" y="1262618"/>
              <a:ext cx="1758426" cy="1865983"/>
              <a:chOff x="0" y="0"/>
              <a:chExt cx="1155789" cy="122648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59356" y="62987"/>
                <a:ext cx="1037076" cy="1100511"/>
              </a:xfrm>
              <a:custGeom>
                <a:avLst/>
                <a:gdLst/>
                <a:ahLst/>
                <a:cxnLst/>
                <a:rect r="r" b="b" t="t" l="l"/>
                <a:pathLst>
                  <a:path h="1100511" w="1037076">
                    <a:moveTo>
                      <a:pt x="0" y="0"/>
                    </a:moveTo>
                    <a:lnTo>
                      <a:pt x="1037076" y="0"/>
                    </a:lnTo>
                    <a:lnTo>
                      <a:pt x="1037076" y="1100511"/>
                    </a:lnTo>
                    <a:lnTo>
                      <a:pt x="0" y="11005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293458" y="215668"/>
                <a:ext cx="570059" cy="604676"/>
              </a:xfrm>
              <a:custGeom>
                <a:avLst/>
                <a:gdLst/>
                <a:ahLst/>
                <a:cxnLst/>
                <a:rect r="r" b="b" t="t" l="l"/>
                <a:pathLst>
                  <a:path h="604676" w="570059">
                    <a:moveTo>
                      <a:pt x="238" y="529092"/>
                    </a:moveTo>
                    <a:lnTo>
                      <a:pt x="238" y="113377"/>
                    </a:lnTo>
                    <a:cubicBezTo>
                      <a:pt x="238" y="105944"/>
                      <a:pt x="950" y="98512"/>
                      <a:pt x="2256" y="91205"/>
                    </a:cubicBezTo>
                    <a:cubicBezTo>
                      <a:pt x="3562" y="83899"/>
                      <a:pt x="5698" y="76844"/>
                      <a:pt x="8310" y="69916"/>
                    </a:cubicBezTo>
                    <a:cubicBezTo>
                      <a:pt x="10922" y="62987"/>
                      <a:pt x="14246" y="56562"/>
                      <a:pt x="18163" y="50264"/>
                    </a:cubicBezTo>
                    <a:cubicBezTo>
                      <a:pt x="22081" y="43965"/>
                      <a:pt x="26473" y="38296"/>
                      <a:pt x="31459" y="33131"/>
                    </a:cubicBezTo>
                    <a:cubicBezTo>
                      <a:pt x="36445" y="27966"/>
                      <a:pt x="41787" y="23179"/>
                      <a:pt x="47604" y="19022"/>
                    </a:cubicBezTo>
                    <a:cubicBezTo>
                      <a:pt x="53421" y="14865"/>
                      <a:pt x="59594" y="11338"/>
                      <a:pt x="66123" y="8566"/>
                    </a:cubicBezTo>
                    <a:cubicBezTo>
                      <a:pt x="72653" y="5795"/>
                      <a:pt x="79300" y="3527"/>
                      <a:pt x="86186" y="2141"/>
                    </a:cubicBezTo>
                    <a:cubicBezTo>
                      <a:pt x="93071" y="756"/>
                      <a:pt x="99957" y="0"/>
                      <a:pt x="107079" y="0"/>
                    </a:cubicBezTo>
                    <a:lnTo>
                      <a:pt x="463218" y="0"/>
                    </a:lnTo>
                    <a:cubicBezTo>
                      <a:pt x="470222" y="0"/>
                      <a:pt x="477226" y="756"/>
                      <a:pt x="484111" y="2141"/>
                    </a:cubicBezTo>
                    <a:cubicBezTo>
                      <a:pt x="490997" y="3527"/>
                      <a:pt x="497645" y="5795"/>
                      <a:pt x="504174" y="8566"/>
                    </a:cubicBezTo>
                    <a:cubicBezTo>
                      <a:pt x="510703" y="11338"/>
                      <a:pt x="516758" y="14865"/>
                      <a:pt x="522693" y="19022"/>
                    </a:cubicBezTo>
                    <a:cubicBezTo>
                      <a:pt x="528629" y="23179"/>
                      <a:pt x="533971" y="27840"/>
                      <a:pt x="538838" y="33131"/>
                    </a:cubicBezTo>
                    <a:cubicBezTo>
                      <a:pt x="543705" y="38422"/>
                      <a:pt x="548216" y="44091"/>
                      <a:pt x="552134" y="50264"/>
                    </a:cubicBezTo>
                    <a:cubicBezTo>
                      <a:pt x="556051" y="56436"/>
                      <a:pt x="559375" y="62987"/>
                      <a:pt x="561987" y="69916"/>
                    </a:cubicBezTo>
                    <a:cubicBezTo>
                      <a:pt x="564599" y="76844"/>
                      <a:pt x="566736" y="83899"/>
                      <a:pt x="568041" y="91205"/>
                    </a:cubicBezTo>
                    <a:cubicBezTo>
                      <a:pt x="569347" y="98512"/>
                      <a:pt x="570060" y="105818"/>
                      <a:pt x="570060" y="113377"/>
                    </a:cubicBezTo>
                    <a:lnTo>
                      <a:pt x="570060" y="529092"/>
                    </a:lnTo>
                    <a:cubicBezTo>
                      <a:pt x="570060" y="534005"/>
                      <a:pt x="569585" y="538918"/>
                      <a:pt x="568635" y="543831"/>
                    </a:cubicBezTo>
                    <a:cubicBezTo>
                      <a:pt x="567685" y="548744"/>
                      <a:pt x="566380" y="553405"/>
                      <a:pt x="564599" y="557940"/>
                    </a:cubicBezTo>
                    <a:cubicBezTo>
                      <a:pt x="562818" y="562475"/>
                      <a:pt x="560563" y="566884"/>
                      <a:pt x="558070" y="571041"/>
                    </a:cubicBezTo>
                    <a:cubicBezTo>
                      <a:pt x="555577" y="575198"/>
                      <a:pt x="552490" y="578977"/>
                      <a:pt x="549166" y="582505"/>
                    </a:cubicBezTo>
                    <a:cubicBezTo>
                      <a:pt x="545842" y="586032"/>
                      <a:pt x="542281" y="589181"/>
                      <a:pt x="538363" y="591953"/>
                    </a:cubicBezTo>
                    <a:cubicBezTo>
                      <a:pt x="534446" y="594724"/>
                      <a:pt x="530410" y="596992"/>
                      <a:pt x="526017" y="598881"/>
                    </a:cubicBezTo>
                    <a:cubicBezTo>
                      <a:pt x="521625" y="600771"/>
                      <a:pt x="517232" y="602157"/>
                      <a:pt x="512603" y="603164"/>
                    </a:cubicBezTo>
                    <a:cubicBezTo>
                      <a:pt x="507973" y="604172"/>
                      <a:pt x="503343" y="604676"/>
                      <a:pt x="498713" y="604676"/>
                    </a:cubicBezTo>
                    <a:lnTo>
                      <a:pt x="71347" y="604676"/>
                    </a:lnTo>
                    <a:cubicBezTo>
                      <a:pt x="66717" y="604676"/>
                      <a:pt x="62087" y="604172"/>
                      <a:pt x="57457" y="603164"/>
                    </a:cubicBezTo>
                    <a:cubicBezTo>
                      <a:pt x="52828" y="602157"/>
                      <a:pt x="48435" y="600771"/>
                      <a:pt x="44043" y="598881"/>
                    </a:cubicBezTo>
                    <a:cubicBezTo>
                      <a:pt x="39650" y="596992"/>
                      <a:pt x="35614" y="594598"/>
                      <a:pt x="31697" y="591953"/>
                    </a:cubicBezTo>
                    <a:cubicBezTo>
                      <a:pt x="27779" y="589307"/>
                      <a:pt x="24218" y="586032"/>
                      <a:pt x="20894" y="582505"/>
                    </a:cubicBezTo>
                    <a:cubicBezTo>
                      <a:pt x="17570" y="578977"/>
                      <a:pt x="14602" y="575198"/>
                      <a:pt x="11990" y="571041"/>
                    </a:cubicBezTo>
                    <a:cubicBezTo>
                      <a:pt x="9379" y="566884"/>
                      <a:pt x="7242" y="562601"/>
                      <a:pt x="5461" y="557940"/>
                    </a:cubicBezTo>
                    <a:cubicBezTo>
                      <a:pt x="3680" y="553279"/>
                      <a:pt x="2375" y="548618"/>
                      <a:pt x="1425" y="543831"/>
                    </a:cubicBezTo>
                    <a:cubicBezTo>
                      <a:pt x="475" y="539044"/>
                      <a:pt x="0" y="534005"/>
                      <a:pt x="0" y="529092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400537" y="498984"/>
                <a:ext cx="356376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56376">
                    <a:moveTo>
                      <a:pt x="0" y="170191"/>
                    </a:moveTo>
                    <a:lnTo>
                      <a:pt x="0" y="56814"/>
                    </a:lnTo>
                    <a:cubicBezTo>
                      <a:pt x="0" y="53035"/>
                      <a:pt x="356" y="49382"/>
                      <a:pt x="1069" y="45728"/>
                    </a:cubicBezTo>
                    <a:cubicBezTo>
                      <a:pt x="1781" y="42075"/>
                      <a:pt x="2731" y="38548"/>
                      <a:pt x="4155" y="35147"/>
                    </a:cubicBezTo>
                    <a:cubicBezTo>
                      <a:pt x="5580" y="31745"/>
                      <a:pt x="7123" y="28470"/>
                      <a:pt x="9141" y="25321"/>
                    </a:cubicBezTo>
                    <a:cubicBezTo>
                      <a:pt x="11159" y="22171"/>
                      <a:pt x="13296" y="19400"/>
                      <a:pt x="15789" y="16754"/>
                    </a:cubicBezTo>
                    <a:cubicBezTo>
                      <a:pt x="18282" y="14109"/>
                      <a:pt x="21013" y="11715"/>
                      <a:pt x="23862" y="9700"/>
                    </a:cubicBezTo>
                    <a:cubicBezTo>
                      <a:pt x="26711" y="7684"/>
                      <a:pt x="29797" y="5921"/>
                      <a:pt x="33121" y="4409"/>
                    </a:cubicBezTo>
                    <a:cubicBezTo>
                      <a:pt x="36445" y="2897"/>
                      <a:pt x="39650" y="1889"/>
                      <a:pt x="43093" y="1134"/>
                    </a:cubicBezTo>
                    <a:cubicBezTo>
                      <a:pt x="46536" y="378"/>
                      <a:pt x="49978" y="0"/>
                      <a:pt x="53540" y="0"/>
                    </a:cubicBezTo>
                    <a:lnTo>
                      <a:pt x="302837" y="0"/>
                    </a:lnTo>
                    <a:cubicBezTo>
                      <a:pt x="306398" y="0"/>
                      <a:pt x="309841" y="378"/>
                      <a:pt x="313284" y="1134"/>
                    </a:cubicBezTo>
                    <a:cubicBezTo>
                      <a:pt x="316726" y="1889"/>
                      <a:pt x="320050" y="2897"/>
                      <a:pt x="323256" y="4409"/>
                    </a:cubicBezTo>
                    <a:cubicBezTo>
                      <a:pt x="326461" y="5921"/>
                      <a:pt x="329547" y="7558"/>
                      <a:pt x="332515" y="9700"/>
                    </a:cubicBezTo>
                    <a:cubicBezTo>
                      <a:pt x="335483" y="11841"/>
                      <a:pt x="338095" y="14109"/>
                      <a:pt x="340588" y="16754"/>
                    </a:cubicBezTo>
                    <a:cubicBezTo>
                      <a:pt x="343081" y="19400"/>
                      <a:pt x="345336" y="22297"/>
                      <a:pt x="347236" y="25321"/>
                    </a:cubicBezTo>
                    <a:cubicBezTo>
                      <a:pt x="349135" y="28344"/>
                      <a:pt x="350797" y="31745"/>
                      <a:pt x="352221" y="35147"/>
                    </a:cubicBezTo>
                    <a:cubicBezTo>
                      <a:pt x="353646" y="38548"/>
                      <a:pt x="354596" y="42075"/>
                      <a:pt x="355308" y="45728"/>
                    </a:cubicBezTo>
                    <a:cubicBezTo>
                      <a:pt x="356020" y="49382"/>
                      <a:pt x="356376" y="53035"/>
                      <a:pt x="356376" y="56814"/>
                    </a:cubicBezTo>
                    <a:lnTo>
                      <a:pt x="356376" y="170191"/>
                    </a:lnTo>
                    <a:cubicBezTo>
                      <a:pt x="356376" y="173970"/>
                      <a:pt x="356020" y="177624"/>
                      <a:pt x="355308" y="181277"/>
                    </a:cubicBezTo>
                    <a:cubicBezTo>
                      <a:pt x="354596" y="184930"/>
                      <a:pt x="353646" y="188457"/>
                      <a:pt x="352221" y="191859"/>
                    </a:cubicBezTo>
                    <a:cubicBezTo>
                      <a:pt x="350797" y="195260"/>
                      <a:pt x="349254" y="198535"/>
                      <a:pt x="347236" y="201685"/>
                    </a:cubicBezTo>
                    <a:cubicBezTo>
                      <a:pt x="345217" y="204834"/>
                      <a:pt x="343081" y="207605"/>
                      <a:pt x="340588" y="210251"/>
                    </a:cubicBezTo>
                    <a:cubicBezTo>
                      <a:pt x="338095" y="212896"/>
                      <a:pt x="335364" y="215290"/>
                      <a:pt x="332515" y="217305"/>
                    </a:cubicBezTo>
                    <a:cubicBezTo>
                      <a:pt x="329666" y="219321"/>
                      <a:pt x="326461" y="221085"/>
                      <a:pt x="323256" y="222596"/>
                    </a:cubicBezTo>
                    <a:cubicBezTo>
                      <a:pt x="320050" y="224108"/>
                      <a:pt x="316726" y="225116"/>
                      <a:pt x="313284" y="225872"/>
                    </a:cubicBezTo>
                    <a:cubicBezTo>
                      <a:pt x="309841" y="226627"/>
                      <a:pt x="306398" y="227005"/>
                      <a:pt x="302837" y="227005"/>
                    </a:cubicBezTo>
                    <a:lnTo>
                      <a:pt x="53540" y="227005"/>
                    </a:lnTo>
                    <a:cubicBezTo>
                      <a:pt x="49978" y="227005"/>
                      <a:pt x="46536" y="226627"/>
                      <a:pt x="43093" y="225872"/>
                    </a:cubicBezTo>
                    <a:cubicBezTo>
                      <a:pt x="39650" y="225116"/>
                      <a:pt x="36326" y="224108"/>
                      <a:pt x="33121" y="222596"/>
                    </a:cubicBezTo>
                    <a:cubicBezTo>
                      <a:pt x="29916" y="221085"/>
                      <a:pt x="26829" y="219447"/>
                      <a:pt x="23862" y="217305"/>
                    </a:cubicBezTo>
                    <a:cubicBezTo>
                      <a:pt x="20894" y="215164"/>
                      <a:pt x="18282" y="212896"/>
                      <a:pt x="15789" y="210251"/>
                    </a:cubicBezTo>
                    <a:cubicBezTo>
                      <a:pt x="13296" y="207605"/>
                      <a:pt x="11041" y="204708"/>
                      <a:pt x="9141" y="201685"/>
                    </a:cubicBezTo>
                    <a:cubicBezTo>
                      <a:pt x="7242" y="198661"/>
                      <a:pt x="5580" y="195386"/>
                      <a:pt x="4155" y="191859"/>
                    </a:cubicBezTo>
                    <a:cubicBezTo>
                      <a:pt x="2731" y="188331"/>
                      <a:pt x="1781" y="184930"/>
                      <a:pt x="1069" y="181277"/>
                    </a:cubicBezTo>
                    <a:cubicBezTo>
                      <a:pt x="356" y="177624"/>
                      <a:pt x="0" y="173970"/>
                      <a:pt x="0" y="170191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48" id="48"/>
            <p:cNvSpPr txBox="true"/>
            <p:nvPr/>
          </p:nvSpPr>
          <p:spPr>
            <a:xfrm rot="0">
              <a:off x="3355697" y="2024160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120'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3973952" y="244007"/>
              <a:ext cx="1881178" cy="2910650"/>
              <a:chOff x="0" y="0"/>
              <a:chExt cx="1236472" cy="191312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63500" y="63500"/>
                <a:ext cx="1109472" cy="1786128"/>
              </a:xfrm>
              <a:custGeom>
                <a:avLst/>
                <a:gdLst/>
                <a:ahLst/>
                <a:cxnLst/>
                <a:rect r="r" b="b" t="t" l="l"/>
                <a:pathLst>
                  <a:path h="1786128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786128"/>
                    </a:lnTo>
                    <a:lnTo>
                      <a:pt x="0" y="17861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313182" y="217805"/>
                <a:ext cx="609854" cy="1285875"/>
              </a:xfrm>
              <a:custGeom>
                <a:avLst/>
                <a:gdLst/>
                <a:ahLst/>
                <a:cxnLst/>
                <a:rect r="r" b="b" t="t" l="l"/>
                <a:pathLst>
                  <a:path h="1285875" w="609854">
                    <a:moveTo>
                      <a:pt x="254" y="1209675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1209675"/>
                    </a:lnTo>
                    <a:cubicBezTo>
                      <a:pt x="609854" y="1214628"/>
                      <a:pt x="609346" y="1219581"/>
                      <a:pt x="608330" y="1224534"/>
                    </a:cubicBezTo>
                    <a:cubicBezTo>
                      <a:pt x="607314" y="1229487"/>
                      <a:pt x="605917" y="1234186"/>
                      <a:pt x="604012" y="1238758"/>
                    </a:cubicBezTo>
                    <a:cubicBezTo>
                      <a:pt x="602107" y="1243330"/>
                      <a:pt x="599694" y="1247775"/>
                      <a:pt x="597027" y="1251966"/>
                    </a:cubicBezTo>
                    <a:cubicBezTo>
                      <a:pt x="594360" y="1256157"/>
                      <a:pt x="591058" y="1259967"/>
                      <a:pt x="587502" y="1263523"/>
                    </a:cubicBezTo>
                    <a:cubicBezTo>
                      <a:pt x="583946" y="1267079"/>
                      <a:pt x="580136" y="1270254"/>
                      <a:pt x="575945" y="1273048"/>
                    </a:cubicBezTo>
                    <a:cubicBezTo>
                      <a:pt x="571754" y="1275842"/>
                      <a:pt x="567436" y="1278128"/>
                      <a:pt x="562737" y="1280033"/>
                    </a:cubicBezTo>
                    <a:cubicBezTo>
                      <a:pt x="558038" y="1281938"/>
                      <a:pt x="553339" y="1283335"/>
                      <a:pt x="548386" y="1284351"/>
                    </a:cubicBezTo>
                    <a:cubicBezTo>
                      <a:pt x="543433" y="1285367"/>
                      <a:pt x="538480" y="1285875"/>
                      <a:pt x="533527" y="1285875"/>
                    </a:cubicBezTo>
                    <a:lnTo>
                      <a:pt x="76327" y="1285875"/>
                    </a:lnTo>
                    <a:cubicBezTo>
                      <a:pt x="71374" y="1285875"/>
                      <a:pt x="66421" y="1285367"/>
                      <a:pt x="61468" y="1284351"/>
                    </a:cubicBezTo>
                    <a:cubicBezTo>
                      <a:pt x="56515" y="1283335"/>
                      <a:pt x="51816" y="1281938"/>
                      <a:pt x="47117" y="1280033"/>
                    </a:cubicBezTo>
                    <a:cubicBezTo>
                      <a:pt x="42418" y="1278128"/>
                      <a:pt x="38100" y="1275715"/>
                      <a:pt x="33909" y="1273048"/>
                    </a:cubicBezTo>
                    <a:cubicBezTo>
                      <a:pt x="29718" y="1270381"/>
                      <a:pt x="25908" y="1267079"/>
                      <a:pt x="22352" y="1263523"/>
                    </a:cubicBezTo>
                    <a:cubicBezTo>
                      <a:pt x="18796" y="1259967"/>
                      <a:pt x="15621" y="1256157"/>
                      <a:pt x="12827" y="1251966"/>
                    </a:cubicBezTo>
                    <a:cubicBezTo>
                      <a:pt x="10033" y="1247775"/>
                      <a:pt x="7747" y="1243457"/>
                      <a:pt x="5842" y="1238758"/>
                    </a:cubicBezTo>
                    <a:cubicBezTo>
                      <a:pt x="3937" y="1234059"/>
                      <a:pt x="2540" y="1229360"/>
                      <a:pt x="1524" y="1224534"/>
                    </a:cubicBezTo>
                    <a:cubicBezTo>
                      <a:pt x="508" y="1219708"/>
                      <a:pt x="0" y="1214628"/>
                      <a:pt x="0" y="1209675"/>
                    </a:cubicBezTo>
                    <a:close/>
                  </a:path>
                </a:pathLst>
              </a:custGeom>
              <a:solidFill>
                <a:srgbClr val="7C5CFC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418084" y="1179703"/>
                <a:ext cx="400431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0431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43154" y="0"/>
                    </a:lnTo>
                    <a:cubicBezTo>
                      <a:pt x="346964" y="0"/>
                      <a:pt x="350647" y="381"/>
                      <a:pt x="354330" y="1143"/>
                    </a:cubicBezTo>
                    <a:cubicBezTo>
                      <a:pt x="358013" y="1905"/>
                      <a:pt x="361569" y="2921"/>
                      <a:pt x="364998" y="4445"/>
                    </a:cubicBezTo>
                    <a:cubicBezTo>
                      <a:pt x="368427" y="5969"/>
                      <a:pt x="371729" y="7620"/>
                      <a:pt x="374904" y="9779"/>
                    </a:cubicBezTo>
                    <a:cubicBezTo>
                      <a:pt x="378079" y="11938"/>
                      <a:pt x="380873" y="14224"/>
                      <a:pt x="383540" y="16891"/>
                    </a:cubicBezTo>
                    <a:cubicBezTo>
                      <a:pt x="386207" y="19558"/>
                      <a:pt x="388620" y="22479"/>
                      <a:pt x="390652" y="25527"/>
                    </a:cubicBezTo>
                    <a:cubicBezTo>
                      <a:pt x="392684" y="28575"/>
                      <a:pt x="394462" y="32004"/>
                      <a:pt x="395986" y="35433"/>
                    </a:cubicBezTo>
                    <a:cubicBezTo>
                      <a:pt x="397510" y="38862"/>
                      <a:pt x="398526" y="42418"/>
                      <a:pt x="399288" y="46101"/>
                    </a:cubicBezTo>
                    <a:cubicBezTo>
                      <a:pt x="400050" y="49784"/>
                      <a:pt x="400431" y="53467"/>
                      <a:pt x="400431" y="57277"/>
                    </a:cubicBezTo>
                    <a:lnTo>
                      <a:pt x="400431" y="171577"/>
                    </a:lnTo>
                    <a:cubicBezTo>
                      <a:pt x="400431" y="175387"/>
                      <a:pt x="400050" y="179070"/>
                      <a:pt x="399288" y="182753"/>
                    </a:cubicBezTo>
                    <a:cubicBezTo>
                      <a:pt x="398526" y="186436"/>
                      <a:pt x="397510" y="189992"/>
                      <a:pt x="395986" y="193421"/>
                    </a:cubicBezTo>
                    <a:cubicBezTo>
                      <a:pt x="394462" y="196850"/>
                      <a:pt x="392811" y="200152"/>
                      <a:pt x="390652" y="203327"/>
                    </a:cubicBezTo>
                    <a:cubicBezTo>
                      <a:pt x="388493" y="206502"/>
                      <a:pt x="386207" y="209296"/>
                      <a:pt x="383540" y="211963"/>
                    </a:cubicBezTo>
                    <a:cubicBezTo>
                      <a:pt x="380873" y="214630"/>
                      <a:pt x="377952" y="217043"/>
                      <a:pt x="374904" y="219075"/>
                    </a:cubicBezTo>
                    <a:cubicBezTo>
                      <a:pt x="371856" y="221107"/>
                      <a:pt x="368427" y="222885"/>
                      <a:pt x="364998" y="224409"/>
                    </a:cubicBezTo>
                    <a:cubicBezTo>
                      <a:pt x="361569" y="225933"/>
                      <a:pt x="358013" y="226949"/>
                      <a:pt x="354330" y="227711"/>
                    </a:cubicBezTo>
                    <a:cubicBezTo>
                      <a:pt x="350647" y="228473"/>
                      <a:pt x="346964" y="228854"/>
                      <a:pt x="343154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4663121" y="2024160"/>
              <a:ext cx="502841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270'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5483024" y="435903"/>
              <a:ext cx="1876540" cy="2692698"/>
              <a:chOff x="0" y="0"/>
              <a:chExt cx="1233424" cy="1769872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63500" y="63500"/>
                <a:ext cx="1106424" cy="1642872"/>
              </a:xfrm>
              <a:custGeom>
                <a:avLst/>
                <a:gdLst/>
                <a:ahLst/>
                <a:cxnLst/>
                <a:rect r="r" b="b" t="t" l="l"/>
                <a:pathLst>
                  <a:path h="1642872" w="1106424">
                    <a:moveTo>
                      <a:pt x="0" y="0"/>
                    </a:moveTo>
                    <a:lnTo>
                      <a:pt x="1106424" y="0"/>
                    </a:lnTo>
                    <a:lnTo>
                      <a:pt x="1106424" y="1642872"/>
                    </a:lnTo>
                    <a:lnTo>
                      <a:pt x="0" y="1642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311658" y="217424"/>
                <a:ext cx="609854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609854">
                    <a:moveTo>
                      <a:pt x="254" y="106680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680"/>
                      <a:pt x="609854" y="114300"/>
                    </a:cubicBezTo>
                    <a:lnTo>
                      <a:pt x="609854" y="1066800"/>
                    </a:lnTo>
                    <a:cubicBezTo>
                      <a:pt x="609854" y="1071753"/>
                      <a:pt x="609346" y="1076706"/>
                      <a:pt x="608330" y="1081659"/>
                    </a:cubicBezTo>
                    <a:cubicBezTo>
                      <a:pt x="607314" y="1086612"/>
                      <a:pt x="605917" y="1091311"/>
                      <a:pt x="604012" y="1095883"/>
                    </a:cubicBezTo>
                    <a:cubicBezTo>
                      <a:pt x="602107" y="1100455"/>
                      <a:pt x="599694" y="1104900"/>
                      <a:pt x="597027" y="1109091"/>
                    </a:cubicBezTo>
                    <a:cubicBezTo>
                      <a:pt x="594360" y="1113282"/>
                      <a:pt x="591058" y="1117092"/>
                      <a:pt x="587502" y="1120648"/>
                    </a:cubicBezTo>
                    <a:cubicBezTo>
                      <a:pt x="583946" y="1124204"/>
                      <a:pt x="580136" y="1127379"/>
                      <a:pt x="575945" y="1130173"/>
                    </a:cubicBezTo>
                    <a:cubicBezTo>
                      <a:pt x="571754" y="1132967"/>
                      <a:pt x="567436" y="1135253"/>
                      <a:pt x="562737" y="1137158"/>
                    </a:cubicBezTo>
                    <a:cubicBezTo>
                      <a:pt x="558038" y="1139063"/>
                      <a:pt x="553339" y="1140460"/>
                      <a:pt x="548386" y="1141476"/>
                    </a:cubicBezTo>
                    <a:cubicBezTo>
                      <a:pt x="543433" y="1142492"/>
                      <a:pt x="538480" y="1143000"/>
                      <a:pt x="533527" y="1143000"/>
                    </a:cubicBezTo>
                    <a:lnTo>
                      <a:pt x="76327" y="1143000"/>
                    </a:lnTo>
                    <a:cubicBezTo>
                      <a:pt x="71374" y="1143000"/>
                      <a:pt x="66421" y="1142492"/>
                      <a:pt x="61468" y="1141476"/>
                    </a:cubicBezTo>
                    <a:cubicBezTo>
                      <a:pt x="56515" y="1140460"/>
                      <a:pt x="51816" y="1139063"/>
                      <a:pt x="47117" y="1137158"/>
                    </a:cubicBezTo>
                    <a:cubicBezTo>
                      <a:pt x="42418" y="1135253"/>
                      <a:pt x="38100" y="1132840"/>
                      <a:pt x="33909" y="1130173"/>
                    </a:cubicBezTo>
                    <a:cubicBezTo>
                      <a:pt x="29718" y="1127506"/>
                      <a:pt x="25908" y="1124204"/>
                      <a:pt x="22352" y="1120648"/>
                    </a:cubicBezTo>
                    <a:cubicBezTo>
                      <a:pt x="18796" y="1117092"/>
                      <a:pt x="15621" y="1113282"/>
                      <a:pt x="12827" y="1109091"/>
                    </a:cubicBezTo>
                    <a:cubicBezTo>
                      <a:pt x="10033" y="1104900"/>
                      <a:pt x="7747" y="1100582"/>
                      <a:pt x="5842" y="1095883"/>
                    </a:cubicBezTo>
                    <a:cubicBezTo>
                      <a:pt x="3937" y="1091184"/>
                      <a:pt x="2540" y="1086485"/>
                      <a:pt x="1524" y="1081659"/>
                    </a:cubicBezTo>
                    <a:cubicBezTo>
                      <a:pt x="508" y="1076833"/>
                      <a:pt x="0" y="1071753"/>
                      <a:pt x="0" y="106680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416560" y="1036447"/>
                <a:ext cx="409829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9829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52552" y="0"/>
                    </a:lnTo>
                    <a:cubicBezTo>
                      <a:pt x="356362" y="0"/>
                      <a:pt x="360045" y="381"/>
                      <a:pt x="363728" y="1143"/>
                    </a:cubicBezTo>
                    <a:cubicBezTo>
                      <a:pt x="367411" y="1905"/>
                      <a:pt x="370967" y="2921"/>
                      <a:pt x="374396" y="4445"/>
                    </a:cubicBezTo>
                    <a:cubicBezTo>
                      <a:pt x="377825" y="5969"/>
                      <a:pt x="381127" y="7620"/>
                      <a:pt x="384302" y="9779"/>
                    </a:cubicBezTo>
                    <a:cubicBezTo>
                      <a:pt x="387477" y="11938"/>
                      <a:pt x="390271" y="14224"/>
                      <a:pt x="392938" y="16891"/>
                    </a:cubicBezTo>
                    <a:cubicBezTo>
                      <a:pt x="395605" y="19558"/>
                      <a:pt x="398018" y="22479"/>
                      <a:pt x="400050" y="25527"/>
                    </a:cubicBezTo>
                    <a:cubicBezTo>
                      <a:pt x="402082" y="28575"/>
                      <a:pt x="403860" y="32004"/>
                      <a:pt x="405384" y="35433"/>
                    </a:cubicBezTo>
                    <a:cubicBezTo>
                      <a:pt x="406908" y="38862"/>
                      <a:pt x="407924" y="42418"/>
                      <a:pt x="408686" y="46101"/>
                    </a:cubicBezTo>
                    <a:cubicBezTo>
                      <a:pt x="409448" y="49784"/>
                      <a:pt x="409829" y="53467"/>
                      <a:pt x="409829" y="57277"/>
                    </a:cubicBezTo>
                    <a:lnTo>
                      <a:pt x="409829" y="171577"/>
                    </a:lnTo>
                    <a:cubicBezTo>
                      <a:pt x="409829" y="175387"/>
                      <a:pt x="409448" y="179070"/>
                      <a:pt x="408686" y="182753"/>
                    </a:cubicBezTo>
                    <a:cubicBezTo>
                      <a:pt x="407924" y="186436"/>
                      <a:pt x="406908" y="189992"/>
                      <a:pt x="405384" y="193421"/>
                    </a:cubicBezTo>
                    <a:cubicBezTo>
                      <a:pt x="403860" y="196850"/>
                      <a:pt x="402209" y="200152"/>
                      <a:pt x="400050" y="203327"/>
                    </a:cubicBezTo>
                    <a:cubicBezTo>
                      <a:pt x="397891" y="206502"/>
                      <a:pt x="395605" y="209296"/>
                      <a:pt x="392938" y="211963"/>
                    </a:cubicBezTo>
                    <a:cubicBezTo>
                      <a:pt x="390271" y="214630"/>
                      <a:pt x="387350" y="217043"/>
                      <a:pt x="384302" y="219075"/>
                    </a:cubicBezTo>
                    <a:cubicBezTo>
                      <a:pt x="381254" y="221107"/>
                      <a:pt x="377825" y="222885"/>
                      <a:pt x="374396" y="224409"/>
                    </a:cubicBezTo>
                    <a:cubicBezTo>
                      <a:pt x="370967" y="225933"/>
                      <a:pt x="367411" y="226949"/>
                      <a:pt x="363728" y="227711"/>
                    </a:cubicBezTo>
                    <a:cubicBezTo>
                      <a:pt x="360045" y="228473"/>
                      <a:pt x="356362" y="228854"/>
                      <a:pt x="352552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6151915" y="2024160"/>
              <a:ext cx="53875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240'</a:t>
              </a:r>
            </a:p>
          </p:txBody>
        </p:sp>
        <p:grpSp>
          <p:nvGrpSpPr>
            <p:cNvPr name="Group 59" id="59"/>
            <p:cNvGrpSpPr/>
            <p:nvPr/>
          </p:nvGrpSpPr>
          <p:grpSpPr>
            <a:xfrm rot="0">
              <a:off x="7029844" y="1056740"/>
              <a:ext cx="1881178" cy="2085217"/>
              <a:chOff x="0" y="0"/>
              <a:chExt cx="1236472" cy="137058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63500" y="63500"/>
                <a:ext cx="1109472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243584"/>
                    </a:lnTo>
                    <a:lnTo>
                      <a:pt x="0" y="12435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312420" y="218186"/>
                <a:ext cx="609854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609854">
                    <a:moveTo>
                      <a:pt x="254" y="66675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666750"/>
                    </a:lnTo>
                    <a:cubicBezTo>
                      <a:pt x="609854" y="671703"/>
                      <a:pt x="609346" y="676656"/>
                      <a:pt x="608330" y="681609"/>
                    </a:cubicBezTo>
                    <a:cubicBezTo>
                      <a:pt x="607314" y="686562"/>
                      <a:pt x="605917" y="691261"/>
                      <a:pt x="604012" y="695833"/>
                    </a:cubicBezTo>
                    <a:cubicBezTo>
                      <a:pt x="602107" y="700405"/>
                      <a:pt x="599694" y="704850"/>
                      <a:pt x="597027" y="709041"/>
                    </a:cubicBezTo>
                    <a:cubicBezTo>
                      <a:pt x="594360" y="713232"/>
                      <a:pt x="591058" y="717042"/>
                      <a:pt x="587502" y="720598"/>
                    </a:cubicBezTo>
                    <a:cubicBezTo>
                      <a:pt x="583946" y="724154"/>
                      <a:pt x="580136" y="727329"/>
                      <a:pt x="575945" y="730123"/>
                    </a:cubicBezTo>
                    <a:cubicBezTo>
                      <a:pt x="571754" y="732917"/>
                      <a:pt x="567436" y="735203"/>
                      <a:pt x="562737" y="737108"/>
                    </a:cubicBezTo>
                    <a:cubicBezTo>
                      <a:pt x="558038" y="739013"/>
                      <a:pt x="553339" y="740410"/>
                      <a:pt x="548386" y="741426"/>
                    </a:cubicBezTo>
                    <a:cubicBezTo>
                      <a:pt x="543433" y="742442"/>
                      <a:pt x="538480" y="742950"/>
                      <a:pt x="533527" y="742950"/>
                    </a:cubicBezTo>
                    <a:lnTo>
                      <a:pt x="76327" y="742950"/>
                    </a:lnTo>
                    <a:cubicBezTo>
                      <a:pt x="71374" y="742950"/>
                      <a:pt x="66421" y="742442"/>
                      <a:pt x="61468" y="741426"/>
                    </a:cubicBezTo>
                    <a:cubicBezTo>
                      <a:pt x="56515" y="740410"/>
                      <a:pt x="51816" y="739013"/>
                      <a:pt x="47117" y="737108"/>
                    </a:cubicBezTo>
                    <a:cubicBezTo>
                      <a:pt x="42418" y="735203"/>
                      <a:pt x="38100" y="732790"/>
                      <a:pt x="33909" y="730123"/>
                    </a:cubicBezTo>
                    <a:cubicBezTo>
                      <a:pt x="29718" y="727456"/>
                      <a:pt x="25908" y="724154"/>
                      <a:pt x="22352" y="720598"/>
                    </a:cubicBezTo>
                    <a:cubicBezTo>
                      <a:pt x="18796" y="717042"/>
                      <a:pt x="15621" y="713232"/>
                      <a:pt x="12827" y="709041"/>
                    </a:cubicBezTo>
                    <a:cubicBezTo>
                      <a:pt x="10033" y="704850"/>
                      <a:pt x="7747" y="700532"/>
                      <a:pt x="5842" y="695833"/>
                    </a:cubicBezTo>
                    <a:cubicBezTo>
                      <a:pt x="3937" y="691134"/>
                      <a:pt x="2540" y="686435"/>
                      <a:pt x="1524" y="681609"/>
                    </a:cubicBezTo>
                    <a:cubicBezTo>
                      <a:pt x="508" y="676783"/>
                      <a:pt x="0" y="671703"/>
                      <a:pt x="0" y="66675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426974" y="637159"/>
                <a:ext cx="381254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381254">
                    <a:moveTo>
                      <a:pt x="0" y="171577"/>
                    </a:moveTo>
                    <a:lnTo>
                      <a:pt x="0" y="57277"/>
                    </a:lnTo>
                    <a:cubicBezTo>
                      <a:pt x="0" y="53467"/>
                      <a:pt x="381" y="49784"/>
                      <a:pt x="1143" y="46101"/>
                    </a:cubicBezTo>
                    <a:cubicBezTo>
                      <a:pt x="1905" y="42418"/>
                      <a:pt x="2921" y="38862"/>
                      <a:pt x="4445" y="35433"/>
                    </a:cubicBezTo>
                    <a:cubicBezTo>
                      <a:pt x="5969" y="32004"/>
                      <a:pt x="7620" y="28702"/>
                      <a:pt x="9779" y="25527"/>
                    </a:cubicBezTo>
                    <a:cubicBezTo>
                      <a:pt x="11938" y="22352"/>
                      <a:pt x="14224" y="19558"/>
                      <a:pt x="16891" y="16891"/>
                    </a:cubicBezTo>
                    <a:cubicBezTo>
                      <a:pt x="19558" y="14224"/>
                      <a:pt x="22479" y="11811"/>
                      <a:pt x="25527" y="9779"/>
                    </a:cubicBezTo>
                    <a:cubicBezTo>
                      <a:pt x="28575" y="7747"/>
                      <a:pt x="32004" y="5969"/>
                      <a:pt x="35433" y="4445"/>
                    </a:cubicBezTo>
                    <a:cubicBezTo>
                      <a:pt x="38862" y="2921"/>
                      <a:pt x="42418" y="1905"/>
                      <a:pt x="46101" y="1143"/>
                    </a:cubicBezTo>
                    <a:cubicBezTo>
                      <a:pt x="49784" y="381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81"/>
                      <a:pt x="335153" y="1143"/>
                    </a:cubicBezTo>
                    <a:cubicBezTo>
                      <a:pt x="338836" y="1905"/>
                      <a:pt x="342392" y="2921"/>
                      <a:pt x="345821" y="4445"/>
                    </a:cubicBezTo>
                    <a:cubicBezTo>
                      <a:pt x="349250" y="5969"/>
                      <a:pt x="352552" y="7620"/>
                      <a:pt x="355727" y="9779"/>
                    </a:cubicBezTo>
                    <a:cubicBezTo>
                      <a:pt x="358902" y="11938"/>
                      <a:pt x="361696" y="14224"/>
                      <a:pt x="364363" y="16891"/>
                    </a:cubicBezTo>
                    <a:cubicBezTo>
                      <a:pt x="367030" y="19558"/>
                      <a:pt x="369443" y="22479"/>
                      <a:pt x="371475" y="25527"/>
                    </a:cubicBezTo>
                    <a:cubicBezTo>
                      <a:pt x="373507" y="28575"/>
                      <a:pt x="375285" y="32004"/>
                      <a:pt x="376809" y="35433"/>
                    </a:cubicBezTo>
                    <a:cubicBezTo>
                      <a:pt x="378333" y="38862"/>
                      <a:pt x="379349" y="42418"/>
                      <a:pt x="380111" y="46101"/>
                    </a:cubicBezTo>
                    <a:cubicBezTo>
                      <a:pt x="380873" y="49784"/>
                      <a:pt x="381254" y="53467"/>
                      <a:pt x="381254" y="57277"/>
                    </a:cubicBezTo>
                    <a:lnTo>
                      <a:pt x="381254" y="171577"/>
                    </a:lnTo>
                    <a:cubicBezTo>
                      <a:pt x="381254" y="175387"/>
                      <a:pt x="380873" y="179070"/>
                      <a:pt x="380111" y="182753"/>
                    </a:cubicBezTo>
                    <a:cubicBezTo>
                      <a:pt x="379349" y="186436"/>
                      <a:pt x="378333" y="189992"/>
                      <a:pt x="376809" y="193421"/>
                    </a:cubicBezTo>
                    <a:cubicBezTo>
                      <a:pt x="375285" y="196850"/>
                      <a:pt x="373634" y="200152"/>
                      <a:pt x="371475" y="203327"/>
                    </a:cubicBezTo>
                    <a:cubicBezTo>
                      <a:pt x="369316" y="206502"/>
                      <a:pt x="367030" y="209296"/>
                      <a:pt x="364363" y="211963"/>
                    </a:cubicBezTo>
                    <a:cubicBezTo>
                      <a:pt x="361696" y="214630"/>
                      <a:pt x="358775" y="217043"/>
                      <a:pt x="355727" y="219075"/>
                    </a:cubicBezTo>
                    <a:cubicBezTo>
                      <a:pt x="352679" y="221107"/>
                      <a:pt x="349250" y="222885"/>
                      <a:pt x="345821" y="224409"/>
                    </a:cubicBezTo>
                    <a:cubicBezTo>
                      <a:pt x="342392" y="225933"/>
                      <a:pt x="338836" y="226949"/>
                      <a:pt x="335153" y="227711"/>
                    </a:cubicBezTo>
                    <a:cubicBezTo>
                      <a:pt x="331470" y="228473"/>
                      <a:pt x="327787" y="228854"/>
                      <a:pt x="323977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63" id="63"/>
            <p:cNvSpPr txBox="true"/>
            <p:nvPr/>
          </p:nvSpPr>
          <p:spPr>
            <a:xfrm rot="0">
              <a:off x="7754632" y="2024160"/>
              <a:ext cx="482402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150'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47750" y="5463954"/>
            <a:ext cx="5830502" cy="468524"/>
            <a:chOff x="0" y="0"/>
            <a:chExt cx="7774002" cy="624699"/>
          </a:xfrm>
        </p:grpSpPr>
        <p:sp>
          <p:nvSpPr>
            <p:cNvPr name="TextBox 65" id="65"/>
            <p:cNvSpPr txBox="true"/>
            <p:nvPr/>
          </p:nvSpPr>
          <p:spPr>
            <a:xfrm rot="0">
              <a:off x="0" y="93754"/>
              <a:ext cx="418544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b="true" sz="1999" spc="99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DOPO L’ORDINAMENTO</a:t>
              </a:r>
            </a:p>
          </p:txBody>
        </p:sp>
        <p:grpSp>
          <p:nvGrpSpPr>
            <p:cNvPr name="Group 66" id="66"/>
            <p:cNvGrpSpPr/>
            <p:nvPr/>
          </p:nvGrpSpPr>
          <p:grpSpPr>
            <a:xfrm rot="0">
              <a:off x="4306956" y="0"/>
              <a:ext cx="3387101" cy="624699"/>
              <a:chOff x="0" y="0"/>
              <a:chExt cx="2540326" cy="46852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540326" cy="468524"/>
              </a:xfrm>
              <a:custGeom>
                <a:avLst/>
                <a:gdLst/>
                <a:ahLst/>
                <a:cxnLst/>
                <a:rect r="r" b="b" t="t" l="l"/>
                <a:pathLst>
                  <a:path h="468524" w="2540326">
                    <a:moveTo>
                      <a:pt x="0" y="234370"/>
                    </a:moveTo>
                    <a:cubicBezTo>
                      <a:pt x="0" y="219076"/>
                      <a:pt x="1706" y="203781"/>
                      <a:pt x="5117" y="188702"/>
                    </a:cubicBezTo>
                    <a:cubicBezTo>
                      <a:pt x="8529" y="173623"/>
                      <a:pt x="13402" y="158760"/>
                      <a:pt x="20225" y="144542"/>
                    </a:cubicBezTo>
                    <a:cubicBezTo>
                      <a:pt x="27048" y="130325"/>
                      <a:pt x="35089" y="116754"/>
                      <a:pt x="44593" y="104045"/>
                    </a:cubicBezTo>
                    <a:cubicBezTo>
                      <a:pt x="54096" y="91335"/>
                      <a:pt x="65305" y="79488"/>
                      <a:pt x="77489" y="68501"/>
                    </a:cubicBezTo>
                    <a:cubicBezTo>
                      <a:pt x="89673" y="57515"/>
                      <a:pt x="103075" y="47822"/>
                      <a:pt x="117696" y="39421"/>
                    </a:cubicBezTo>
                    <a:cubicBezTo>
                      <a:pt x="132316" y="31020"/>
                      <a:pt x="147424" y="23695"/>
                      <a:pt x="163507" y="17879"/>
                    </a:cubicBezTo>
                    <a:cubicBezTo>
                      <a:pt x="179589" y="12063"/>
                      <a:pt x="196159" y="7539"/>
                      <a:pt x="213217" y="4524"/>
                    </a:cubicBezTo>
                    <a:cubicBezTo>
                      <a:pt x="230274" y="1508"/>
                      <a:pt x="247575" y="0"/>
                      <a:pt x="265120" y="0"/>
                    </a:cubicBezTo>
                    <a:lnTo>
                      <a:pt x="2275450" y="0"/>
                    </a:lnTo>
                    <a:cubicBezTo>
                      <a:pt x="2292751" y="0"/>
                      <a:pt x="2310052" y="1508"/>
                      <a:pt x="2327109" y="4524"/>
                    </a:cubicBezTo>
                    <a:cubicBezTo>
                      <a:pt x="2344166" y="7539"/>
                      <a:pt x="2360736" y="11848"/>
                      <a:pt x="2376819" y="17879"/>
                    </a:cubicBezTo>
                    <a:cubicBezTo>
                      <a:pt x="2392902" y="23911"/>
                      <a:pt x="2408253" y="31020"/>
                      <a:pt x="2422630" y="39636"/>
                    </a:cubicBezTo>
                    <a:cubicBezTo>
                      <a:pt x="2437007" y="48253"/>
                      <a:pt x="2450409" y="57946"/>
                      <a:pt x="2462837" y="68717"/>
                    </a:cubicBezTo>
                    <a:cubicBezTo>
                      <a:pt x="2475264" y="79488"/>
                      <a:pt x="2486230" y="91335"/>
                      <a:pt x="2495733" y="104260"/>
                    </a:cubicBezTo>
                    <a:cubicBezTo>
                      <a:pt x="2505236" y="117185"/>
                      <a:pt x="2513522" y="130541"/>
                      <a:pt x="2520101" y="144758"/>
                    </a:cubicBezTo>
                    <a:cubicBezTo>
                      <a:pt x="2526680" y="158975"/>
                      <a:pt x="2531797" y="173623"/>
                      <a:pt x="2535209" y="188702"/>
                    </a:cubicBezTo>
                    <a:cubicBezTo>
                      <a:pt x="2538620" y="203781"/>
                      <a:pt x="2540326" y="219076"/>
                      <a:pt x="2540326" y="234370"/>
                    </a:cubicBezTo>
                    <a:cubicBezTo>
                      <a:pt x="2540326" y="249664"/>
                      <a:pt x="2538620" y="264959"/>
                      <a:pt x="2535209" y="280038"/>
                    </a:cubicBezTo>
                    <a:cubicBezTo>
                      <a:pt x="2531797" y="295117"/>
                      <a:pt x="2526680" y="309765"/>
                      <a:pt x="2520101" y="323982"/>
                    </a:cubicBezTo>
                    <a:cubicBezTo>
                      <a:pt x="2513522" y="338199"/>
                      <a:pt x="2505236" y="351770"/>
                      <a:pt x="2495733" y="364480"/>
                    </a:cubicBezTo>
                    <a:cubicBezTo>
                      <a:pt x="2486230" y="377189"/>
                      <a:pt x="2475021" y="389037"/>
                      <a:pt x="2462837" y="400023"/>
                    </a:cubicBezTo>
                    <a:cubicBezTo>
                      <a:pt x="2450653" y="411009"/>
                      <a:pt x="2437251" y="420703"/>
                      <a:pt x="2422630" y="429104"/>
                    </a:cubicBezTo>
                    <a:cubicBezTo>
                      <a:pt x="2408010" y="437505"/>
                      <a:pt x="2392902" y="444829"/>
                      <a:pt x="2376819" y="450645"/>
                    </a:cubicBezTo>
                    <a:cubicBezTo>
                      <a:pt x="2360736" y="456461"/>
                      <a:pt x="2344166" y="460985"/>
                      <a:pt x="2327109" y="464001"/>
                    </a:cubicBezTo>
                    <a:cubicBezTo>
                      <a:pt x="2310052" y="467017"/>
                      <a:pt x="2292751" y="468524"/>
                      <a:pt x="2275450" y="468524"/>
                    </a:cubicBezTo>
                    <a:lnTo>
                      <a:pt x="265120" y="468524"/>
                    </a:lnTo>
                    <a:cubicBezTo>
                      <a:pt x="247819" y="468524"/>
                      <a:pt x="230518" y="467017"/>
                      <a:pt x="213460" y="464001"/>
                    </a:cubicBezTo>
                    <a:cubicBezTo>
                      <a:pt x="196403" y="460985"/>
                      <a:pt x="179833" y="456461"/>
                      <a:pt x="163751" y="450645"/>
                    </a:cubicBezTo>
                    <a:cubicBezTo>
                      <a:pt x="147668" y="444829"/>
                      <a:pt x="132316" y="437505"/>
                      <a:pt x="117939" y="428888"/>
                    </a:cubicBezTo>
                    <a:cubicBezTo>
                      <a:pt x="103562" y="420272"/>
                      <a:pt x="90160" y="410578"/>
                      <a:pt x="77733" y="399807"/>
                    </a:cubicBezTo>
                    <a:cubicBezTo>
                      <a:pt x="65305" y="389037"/>
                      <a:pt x="54340" y="377189"/>
                      <a:pt x="44836" y="364264"/>
                    </a:cubicBezTo>
                    <a:cubicBezTo>
                      <a:pt x="35333" y="351339"/>
                      <a:pt x="27048" y="337984"/>
                      <a:pt x="20469" y="323767"/>
                    </a:cubicBezTo>
                    <a:cubicBezTo>
                      <a:pt x="13890" y="309549"/>
                      <a:pt x="8529" y="295117"/>
                      <a:pt x="5117" y="280038"/>
                    </a:cubicBezTo>
                    <a:cubicBezTo>
                      <a:pt x="1706" y="264959"/>
                      <a:pt x="0" y="249664"/>
                      <a:pt x="0" y="234370"/>
                    </a:cubicBezTo>
                    <a:close/>
                  </a:path>
                </a:pathLst>
              </a:custGeom>
              <a:solidFill>
                <a:srgbClr val="00AD21"/>
              </a:solidFill>
            </p:spPr>
          </p:sp>
        </p:grpSp>
        <p:sp>
          <p:nvSpPr>
            <p:cNvPr name="TextBox 68" id="68"/>
            <p:cNvSpPr txBox="true"/>
            <p:nvPr/>
          </p:nvSpPr>
          <p:spPr>
            <a:xfrm rot="0">
              <a:off x="4227011" y="44591"/>
              <a:ext cx="3546992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DECRESCENTE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814214" y="5961053"/>
            <a:ext cx="6596055" cy="2327498"/>
            <a:chOff x="0" y="0"/>
            <a:chExt cx="8794739" cy="3103331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4105284" y="648573"/>
              <a:ext cx="1881178" cy="2454758"/>
              <a:chOff x="0" y="0"/>
              <a:chExt cx="1236472" cy="161347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63500" y="62987"/>
                <a:ext cx="1109472" cy="1487503"/>
              </a:xfrm>
              <a:custGeom>
                <a:avLst/>
                <a:gdLst/>
                <a:ahLst/>
                <a:cxnLst/>
                <a:rect r="r" b="b" t="t" l="l"/>
                <a:pathLst>
                  <a:path h="1487503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487503"/>
                    </a:lnTo>
                    <a:lnTo>
                      <a:pt x="0" y="148750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312420" y="215290"/>
                <a:ext cx="609854" cy="992047"/>
              </a:xfrm>
              <a:custGeom>
                <a:avLst/>
                <a:gdLst/>
                <a:ahLst/>
                <a:cxnLst/>
                <a:rect r="r" b="b" t="t" l="l"/>
                <a:pathLst>
                  <a:path h="992047" w="609854">
                    <a:moveTo>
                      <a:pt x="254" y="916462"/>
                    </a:moveTo>
                    <a:lnTo>
                      <a:pt x="254" y="113377"/>
                    </a:lnTo>
                    <a:cubicBezTo>
                      <a:pt x="254" y="105944"/>
                      <a:pt x="1016" y="98512"/>
                      <a:pt x="2413" y="91205"/>
                    </a:cubicBezTo>
                    <a:cubicBezTo>
                      <a:pt x="3810" y="83899"/>
                      <a:pt x="6096" y="76844"/>
                      <a:pt x="8890" y="69916"/>
                    </a:cubicBezTo>
                    <a:cubicBezTo>
                      <a:pt x="11684" y="62987"/>
                      <a:pt x="15240" y="56562"/>
                      <a:pt x="19431" y="50264"/>
                    </a:cubicBezTo>
                    <a:cubicBezTo>
                      <a:pt x="23622" y="43965"/>
                      <a:pt x="28321" y="38296"/>
                      <a:pt x="33655" y="33131"/>
                    </a:cubicBezTo>
                    <a:cubicBezTo>
                      <a:pt x="38989" y="27966"/>
                      <a:pt x="44704" y="23179"/>
                      <a:pt x="50927" y="19022"/>
                    </a:cubicBezTo>
                    <a:cubicBezTo>
                      <a:pt x="57150" y="14865"/>
                      <a:pt x="63754" y="11338"/>
                      <a:pt x="70739" y="8566"/>
                    </a:cubicBezTo>
                    <a:cubicBezTo>
                      <a:pt x="77724" y="5795"/>
                      <a:pt x="84836" y="3527"/>
                      <a:pt x="92202" y="2141"/>
                    </a:cubicBezTo>
                    <a:cubicBezTo>
                      <a:pt x="99568" y="756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56"/>
                      <a:pt x="517906" y="2141"/>
                    </a:cubicBezTo>
                    <a:cubicBezTo>
                      <a:pt x="525272" y="3527"/>
                      <a:pt x="532384" y="5795"/>
                      <a:pt x="539369" y="8566"/>
                    </a:cubicBezTo>
                    <a:cubicBezTo>
                      <a:pt x="546354" y="11338"/>
                      <a:pt x="552831" y="14865"/>
                      <a:pt x="559181" y="19022"/>
                    </a:cubicBezTo>
                    <a:cubicBezTo>
                      <a:pt x="565531" y="23179"/>
                      <a:pt x="571246" y="27840"/>
                      <a:pt x="576453" y="33131"/>
                    </a:cubicBezTo>
                    <a:cubicBezTo>
                      <a:pt x="581660" y="38422"/>
                      <a:pt x="586486" y="44091"/>
                      <a:pt x="590677" y="50264"/>
                    </a:cubicBezTo>
                    <a:cubicBezTo>
                      <a:pt x="594868" y="56436"/>
                      <a:pt x="598424" y="62987"/>
                      <a:pt x="601218" y="69916"/>
                    </a:cubicBezTo>
                    <a:cubicBezTo>
                      <a:pt x="604012" y="76844"/>
                      <a:pt x="606298" y="83899"/>
                      <a:pt x="607695" y="91205"/>
                    </a:cubicBezTo>
                    <a:cubicBezTo>
                      <a:pt x="609092" y="98512"/>
                      <a:pt x="609854" y="105818"/>
                      <a:pt x="609854" y="113377"/>
                    </a:cubicBezTo>
                    <a:lnTo>
                      <a:pt x="609854" y="916462"/>
                    </a:lnTo>
                    <a:cubicBezTo>
                      <a:pt x="609854" y="921375"/>
                      <a:pt x="609346" y="926288"/>
                      <a:pt x="608330" y="931201"/>
                    </a:cubicBezTo>
                    <a:cubicBezTo>
                      <a:pt x="607314" y="936114"/>
                      <a:pt x="605917" y="940775"/>
                      <a:pt x="604012" y="945310"/>
                    </a:cubicBezTo>
                    <a:cubicBezTo>
                      <a:pt x="602107" y="949845"/>
                      <a:pt x="599694" y="954254"/>
                      <a:pt x="597027" y="958411"/>
                    </a:cubicBezTo>
                    <a:cubicBezTo>
                      <a:pt x="594360" y="962569"/>
                      <a:pt x="591058" y="966348"/>
                      <a:pt x="587502" y="969875"/>
                    </a:cubicBezTo>
                    <a:cubicBezTo>
                      <a:pt x="583946" y="973402"/>
                      <a:pt x="580136" y="976552"/>
                      <a:pt x="575945" y="979323"/>
                    </a:cubicBezTo>
                    <a:cubicBezTo>
                      <a:pt x="571754" y="982095"/>
                      <a:pt x="567436" y="984362"/>
                      <a:pt x="562737" y="986252"/>
                    </a:cubicBezTo>
                    <a:cubicBezTo>
                      <a:pt x="558038" y="988141"/>
                      <a:pt x="553339" y="989527"/>
                      <a:pt x="548386" y="990535"/>
                    </a:cubicBezTo>
                    <a:cubicBezTo>
                      <a:pt x="543433" y="991543"/>
                      <a:pt x="538480" y="992047"/>
                      <a:pt x="533527" y="992047"/>
                    </a:cubicBezTo>
                    <a:lnTo>
                      <a:pt x="76327" y="992047"/>
                    </a:lnTo>
                    <a:cubicBezTo>
                      <a:pt x="71374" y="992047"/>
                      <a:pt x="66421" y="991543"/>
                      <a:pt x="61468" y="990535"/>
                    </a:cubicBezTo>
                    <a:cubicBezTo>
                      <a:pt x="56515" y="989527"/>
                      <a:pt x="51816" y="988141"/>
                      <a:pt x="47117" y="986252"/>
                    </a:cubicBezTo>
                    <a:cubicBezTo>
                      <a:pt x="42418" y="984362"/>
                      <a:pt x="38100" y="981969"/>
                      <a:pt x="33909" y="979323"/>
                    </a:cubicBezTo>
                    <a:cubicBezTo>
                      <a:pt x="29718" y="976678"/>
                      <a:pt x="25908" y="973402"/>
                      <a:pt x="22352" y="969875"/>
                    </a:cubicBezTo>
                    <a:cubicBezTo>
                      <a:pt x="18796" y="966348"/>
                      <a:pt x="15621" y="962569"/>
                      <a:pt x="12827" y="958411"/>
                    </a:cubicBezTo>
                    <a:cubicBezTo>
                      <a:pt x="10033" y="954254"/>
                      <a:pt x="7747" y="949971"/>
                      <a:pt x="5842" y="945310"/>
                    </a:cubicBezTo>
                    <a:cubicBezTo>
                      <a:pt x="3937" y="940649"/>
                      <a:pt x="2540" y="935988"/>
                      <a:pt x="1524" y="931201"/>
                    </a:cubicBezTo>
                    <a:cubicBezTo>
                      <a:pt x="508" y="926414"/>
                      <a:pt x="0" y="921375"/>
                      <a:pt x="0" y="916462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426974" y="885976"/>
                <a:ext cx="381254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81254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5"/>
                      <a:pt x="381" y="49382"/>
                      <a:pt x="1143" y="45729"/>
                    </a:cubicBezTo>
                    <a:cubicBezTo>
                      <a:pt x="1905" y="42076"/>
                      <a:pt x="2921" y="38549"/>
                      <a:pt x="4445" y="35147"/>
                    </a:cubicBezTo>
                    <a:cubicBezTo>
                      <a:pt x="5969" y="31746"/>
                      <a:pt x="7620" y="28471"/>
                      <a:pt x="9779" y="25321"/>
                    </a:cubicBezTo>
                    <a:cubicBezTo>
                      <a:pt x="11938" y="22172"/>
                      <a:pt x="14224" y="19400"/>
                      <a:pt x="16891" y="16755"/>
                    </a:cubicBezTo>
                    <a:cubicBezTo>
                      <a:pt x="19558" y="14109"/>
                      <a:pt x="22479" y="11716"/>
                      <a:pt x="25527" y="9700"/>
                    </a:cubicBezTo>
                    <a:cubicBezTo>
                      <a:pt x="28575" y="7685"/>
                      <a:pt x="32004" y="5921"/>
                      <a:pt x="35433" y="4410"/>
                    </a:cubicBezTo>
                    <a:cubicBezTo>
                      <a:pt x="38862" y="2898"/>
                      <a:pt x="42418" y="1890"/>
                      <a:pt x="46101" y="1134"/>
                    </a:cubicBezTo>
                    <a:cubicBezTo>
                      <a:pt x="49784" y="378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78"/>
                      <a:pt x="335153" y="1134"/>
                    </a:cubicBezTo>
                    <a:cubicBezTo>
                      <a:pt x="338836" y="1890"/>
                      <a:pt x="342392" y="2898"/>
                      <a:pt x="345821" y="4410"/>
                    </a:cubicBezTo>
                    <a:cubicBezTo>
                      <a:pt x="349250" y="5921"/>
                      <a:pt x="352552" y="7559"/>
                      <a:pt x="355727" y="9700"/>
                    </a:cubicBezTo>
                    <a:cubicBezTo>
                      <a:pt x="358902" y="11842"/>
                      <a:pt x="361696" y="14109"/>
                      <a:pt x="364363" y="16755"/>
                    </a:cubicBezTo>
                    <a:cubicBezTo>
                      <a:pt x="367030" y="19400"/>
                      <a:pt x="369443" y="22298"/>
                      <a:pt x="371475" y="25321"/>
                    </a:cubicBezTo>
                    <a:cubicBezTo>
                      <a:pt x="373507" y="28345"/>
                      <a:pt x="375285" y="31746"/>
                      <a:pt x="376809" y="35147"/>
                    </a:cubicBezTo>
                    <a:cubicBezTo>
                      <a:pt x="378333" y="38549"/>
                      <a:pt x="379349" y="42076"/>
                      <a:pt x="380111" y="45729"/>
                    </a:cubicBezTo>
                    <a:cubicBezTo>
                      <a:pt x="380873" y="49382"/>
                      <a:pt x="381254" y="53035"/>
                      <a:pt x="381254" y="56815"/>
                    </a:cubicBezTo>
                    <a:lnTo>
                      <a:pt x="381254" y="170192"/>
                    </a:lnTo>
                    <a:cubicBezTo>
                      <a:pt x="381254" y="173971"/>
                      <a:pt x="380873" y="177624"/>
                      <a:pt x="380111" y="181277"/>
                    </a:cubicBezTo>
                    <a:cubicBezTo>
                      <a:pt x="379349" y="184930"/>
                      <a:pt x="378333" y="188458"/>
                      <a:pt x="376809" y="191859"/>
                    </a:cubicBezTo>
                    <a:cubicBezTo>
                      <a:pt x="375285" y="195260"/>
                      <a:pt x="373634" y="198536"/>
                      <a:pt x="371475" y="201685"/>
                    </a:cubicBezTo>
                    <a:cubicBezTo>
                      <a:pt x="369316" y="204834"/>
                      <a:pt x="367030" y="207606"/>
                      <a:pt x="364363" y="210251"/>
                    </a:cubicBezTo>
                    <a:cubicBezTo>
                      <a:pt x="361696" y="212897"/>
                      <a:pt x="358775" y="215290"/>
                      <a:pt x="355727" y="217306"/>
                    </a:cubicBezTo>
                    <a:cubicBezTo>
                      <a:pt x="352679" y="219321"/>
                      <a:pt x="349250" y="221085"/>
                      <a:pt x="345821" y="222597"/>
                    </a:cubicBezTo>
                    <a:cubicBezTo>
                      <a:pt x="342392" y="224108"/>
                      <a:pt x="338836" y="225116"/>
                      <a:pt x="335153" y="225872"/>
                    </a:cubicBezTo>
                    <a:cubicBezTo>
                      <a:pt x="331470" y="226628"/>
                      <a:pt x="327787" y="227006"/>
                      <a:pt x="323977" y="227006"/>
                    </a:cubicBezTo>
                    <a:lnTo>
                      <a:pt x="57277" y="227006"/>
                    </a:lnTo>
                    <a:cubicBezTo>
                      <a:pt x="53467" y="227006"/>
                      <a:pt x="49784" y="226628"/>
                      <a:pt x="46101" y="225872"/>
                    </a:cubicBezTo>
                    <a:cubicBezTo>
                      <a:pt x="42418" y="225116"/>
                      <a:pt x="38862" y="224108"/>
                      <a:pt x="35433" y="222597"/>
                    </a:cubicBezTo>
                    <a:cubicBezTo>
                      <a:pt x="32004" y="221085"/>
                      <a:pt x="28702" y="219448"/>
                      <a:pt x="25527" y="217306"/>
                    </a:cubicBezTo>
                    <a:cubicBezTo>
                      <a:pt x="22352" y="215164"/>
                      <a:pt x="19558" y="212897"/>
                      <a:pt x="16891" y="210251"/>
                    </a:cubicBezTo>
                    <a:cubicBezTo>
                      <a:pt x="14224" y="207606"/>
                      <a:pt x="11811" y="204708"/>
                      <a:pt x="9779" y="201685"/>
                    </a:cubicBezTo>
                    <a:cubicBezTo>
                      <a:pt x="7747" y="198662"/>
                      <a:pt x="5969" y="195386"/>
                      <a:pt x="4445" y="191859"/>
                    </a:cubicBezTo>
                    <a:cubicBezTo>
                      <a:pt x="2921" y="188332"/>
                      <a:pt x="1905" y="184930"/>
                      <a:pt x="1143" y="181277"/>
                    </a:cubicBezTo>
                    <a:cubicBezTo>
                      <a:pt x="381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6913562" y="1237348"/>
              <a:ext cx="1881178" cy="1865983"/>
              <a:chOff x="0" y="0"/>
              <a:chExt cx="1236472" cy="1226485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63500" y="62987"/>
                <a:ext cx="1109472" cy="1100511"/>
              </a:xfrm>
              <a:custGeom>
                <a:avLst/>
                <a:gdLst/>
                <a:ahLst/>
                <a:cxnLst/>
                <a:rect r="r" b="b" t="t" l="l"/>
                <a:pathLst>
                  <a:path h="1100511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100511"/>
                    </a:lnTo>
                    <a:lnTo>
                      <a:pt x="0" y="11005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313944" y="215668"/>
                <a:ext cx="609854" cy="604676"/>
              </a:xfrm>
              <a:custGeom>
                <a:avLst/>
                <a:gdLst/>
                <a:ahLst/>
                <a:cxnLst/>
                <a:rect r="r" b="b" t="t" l="l"/>
                <a:pathLst>
                  <a:path h="604676" w="609854">
                    <a:moveTo>
                      <a:pt x="254" y="529092"/>
                    </a:moveTo>
                    <a:lnTo>
                      <a:pt x="254" y="113377"/>
                    </a:lnTo>
                    <a:cubicBezTo>
                      <a:pt x="254" y="105944"/>
                      <a:pt x="1016" y="98512"/>
                      <a:pt x="2413" y="91205"/>
                    </a:cubicBezTo>
                    <a:cubicBezTo>
                      <a:pt x="3810" y="83899"/>
                      <a:pt x="6096" y="76844"/>
                      <a:pt x="8890" y="69916"/>
                    </a:cubicBezTo>
                    <a:cubicBezTo>
                      <a:pt x="11684" y="62987"/>
                      <a:pt x="15240" y="56562"/>
                      <a:pt x="19431" y="50264"/>
                    </a:cubicBezTo>
                    <a:cubicBezTo>
                      <a:pt x="23622" y="43965"/>
                      <a:pt x="28321" y="38296"/>
                      <a:pt x="33655" y="33131"/>
                    </a:cubicBezTo>
                    <a:cubicBezTo>
                      <a:pt x="38989" y="27966"/>
                      <a:pt x="44704" y="23179"/>
                      <a:pt x="50927" y="19022"/>
                    </a:cubicBezTo>
                    <a:cubicBezTo>
                      <a:pt x="57150" y="14865"/>
                      <a:pt x="63754" y="11338"/>
                      <a:pt x="70739" y="8566"/>
                    </a:cubicBezTo>
                    <a:cubicBezTo>
                      <a:pt x="77724" y="5795"/>
                      <a:pt x="84836" y="3527"/>
                      <a:pt x="92202" y="2141"/>
                    </a:cubicBezTo>
                    <a:cubicBezTo>
                      <a:pt x="99568" y="756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56"/>
                      <a:pt x="517906" y="2141"/>
                    </a:cubicBezTo>
                    <a:cubicBezTo>
                      <a:pt x="525272" y="3527"/>
                      <a:pt x="532384" y="5795"/>
                      <a:pt x="539369" y="8566"/>
                    </a:cubicBezTo>
                    <a:cubicBezTo>
                      <a:pt x="546354" y="11338"/>
                      <a:pt x="552831" y="14865"/>
                      <a:pt x="559181" y="19022"/>
                    </a:cubicBezTo>
                    <a:cubicBezTo>
                      <a:pt x="565531" y="23179"/>
                      <a:pt x="571246" y="27840"/>
                      <a:pt x="576453" y="33131"/>
                    </a:cubicBezTo>
                    <a:cubicBezTo>
                      <a:pt x="581660" y="38422"/>
                      <a:pt x="586486" y="44091"/>
                      <a:pt x="590677" y="50264"/>
                    </a:cubicBezTo>
                    <a:cubicBezTo>
                      <a:pt x="594868" y="56436"/>
                      <a:pt x="598424" y="62987"/>
                      <a:pt x="601218" y="69916"/>
                    </a:cubicBezTo>
                    <a:cubicBezTo>
                      <a:pt x="604012" y="76844"/>
                      <a:pt x="606298" y="83899"/>
                      <a:pt x="607695" y="91205"/>
                    </a:cubicBezTo>
                    <a:cubicBezTo>
                      <a:pt x="609092" y="98512"/>
                      <a:pt x="609854" y="105818"/>
                      <a:pt x="609854" y="113377"/>
                    </a:cubicBezTo>
                    <a:lnTo>
                      <a:pt x="609854" y="529092"/>
                    </a:lnTo>
                    <a:cubicBezTo>
                      <a:pt x="609854" y="534005"/>
                      <a:pt x="609346" y="538918"/>
                      <a:pt x="608330" y="543831"/>
                    </a:cubicBezTo>
                    <a:cubicBezTo>
                      <a:pt x="607314" y="548744"/>
                      <a:pt x="605917" y="553405"/>
                      <a:pt x="604012" y="557940"/>
                    </a:cubicBezTo>
                    <a:cubicBezTo>
                      <a:pt x="602107" y="562475"/>
                      <a:pt x="599694" y="566884"/>
                      <a:pt x="597027" y="571041"/>
                    </a:cubicBezTo>
                    <a:cubicBezTo>
                      <a:pt x="594360" y="575198"/>
                      <a:pt x="591058" y="578977"/>
                      <a:pt x="587502" y="582505"/>
                    </a:cubicBezTo>
                    <a:cubicBezTo>
                      <a:pt x="583946" y="586032"/>
                      <a:pt x="580136" y="589181"/>
                      <a:pt x="575945" y="591953"/>
                    </a:cubicBezTo>
                    <a:cubicBezTo>
                      <a:pt x="571754" y="594724"/>
                      <a:pt x="567436" y="596992"/>
                      <a:pt x="562737" y="598881"/>
                    </a:cubicBezTo>
                    <a:cubicBezTo>
                      <a:pt x="558038" y="600771"/>
                      <a:pt x="553339" y="602157"/>
                      <a:pt x="548386" y="603164"/>
                    </a:cubicBezTo>
                    <a:cubicBezTo>
                      <a:pt x="543433" y="604172"/>
                      <a:pt x="538480" y="604676"/>
                      <a:pt x="533527" y="604676"/>
                    </a:cubicBezTo>
                    <a:lnTo>
                      <a:pt x="76327" y="604676"/>
                    </a:lnTo>
                    <a:cubicBezTo>
                      <a:pt x="71374" y="604676"/>
                      <a:pt x="66421" y="604172"/>
                      <a:pt x="61468" y="603164"/>
                    </a:cubicBezTo>
                    <a:cubicBezTo>
                      <a:pt x="56515" y="602157"/>
                      <a:pt x="51816" y="600771"/>
                      <a:pt x="47117" y="598881"/>
                    </a:cubicBezTo>
                    <a:cubicBezTo>
                      <a:pt x="42418" y="596992"/>
                      <a:pt x="38100" y="594598"/>
                      <a:pt x="33909" y="591953"/>
                    </a:cubicBezTo>
                    <a:cubicBezTo>
                      <a:pt x="29718" y="589307"/>
                      <a:pt x="25908" y="586032"/>
                      <a:pt x="22352" y="582505"/>
                    </a:cubicBezTo>
                    <a:cubicBezTo>
                      <a:pt x="18796" y="578977"/>
                      <a:pt x="15621" y="575198"/>
                      <a:pt x="12827" y="571041"/>
                    </a:cubicBezTo>
                    <a:cubicBezTo>
                      <a:pt x="10033" y="566884"/>
                      <a:pt x="7747" y="562601"/>
                      <a:pt x="5842" y="557940"/>
                    </a:cubicBezTo>
                    <a:cubicBezTo>
                      <a:pt x="3937" y="553279"/>
                      <a:pt x="2540" y="548618"/>
                      <a:pt x="1524" y="543831"/>
                    </a:cubicBezTo>
                    <a:cubicBezTo>
                      <a:pt x="508" y="539044"/>
                      <a:pt x="0" y="534005"/>
                      <a:pt x="0" y="529092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428498" y="498984"/>
                <a:ext cx="381254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81254">
                    <a:moveTo>
                      <a:pt x="0" y="170191"/>
                    </a:moveTo>
                    <a:lnTo>
                      <a:pt x="0" y="56814"/>
                    </a:lnTo>
                    <a:cubicBezTo>
                      <a:pt x="0" y="53035"/>
                      <a:pt x="381" y="49382"/>
                      <a:pt x="1143" y="45728"/>
                    </a:cubicBezTo>
                    <a:cubicBezTo>
                      <a:pt x="1905" y="42075"/>
                      <a:pt x="2921" y="38548"/>
                      <a:pt x="4445" y="35147"/>
                    </a:cubicBezTo>
                    <a:cubicBezTo>
                      <a:pt x="5969" y="31745"/>
                      <a:pt x="7620" y="28470"/>
                      <a:pt x="9779" y="25321"/>
                    </a:cubicBezTo>
                    <a:cubicBezTo>
                      <a:pt x="11938" y="22171"/>
                      <a:pt x="14224" y="19400"/>
                      <a:pt x="16891" y="16754"/>
                    </a:cubicBezTo>
                    <a:cubicBezTo>
                      <a:pt x="19558" y="14109"/>
                      <a:pt x="22479" y="11715"/>
                      <a:pt x="25527" y="9700"/>
                    </a:cubicBezTo>
                    <a:cubicBezTo>
                      <a:pt x="28575" y="7684"/>
                      <a:pt x="31877" y="5921"/>
                      <a:pt x="35433" y="4409"/>
                    </a:cubicBezTo>
                    <a:cubicBezTo>
                      <a:pt x="38989" y="2897"/>
                      <a:pt x="42418" y="1889"/>
                      <a:pt x="46101" y="1134"/>
                    </a:cubicBezTo>
                    <a:cubicBezTo>
                      <a:pt x="49784" y="378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78"/>
                      <a:pt x="335153" y="1134"/>
                    </a:cubicBezTo>
                    <a:cubicBezTo>
                      <a:pt x="338836" y="1889"/>
                      <a:pt x="342392" y="2897"/>
                      <a:pt x="345821" y="4409"/>
                    </a:cubicBezTo>
                    <a:cubicBezTo>
                      <a:pt x="349250" y="5921"/>
                      <a:pt x="352552" y="7558"/>
                      <a:pt x="355727" y="9700"/>
                    </a:cubicBezTo>
                    <a:cubicBezTo>
                      <a:pt x="358902" y="11841"/>
                      <a:pt x="361696" y="14109"/>
                      <a:pt x="364363" y="16754"/>
                    </a:cubicBezTo>
                    <a:cubicBezTo>
                      <a:pt x="367030" y="19400"/>
                      <a:pt x="369443" y="22297"/>
                      <a:pt x="371475" y="25321"/>
                    </a:cubicBezTo>
                    <a:cubicBezTo>
                      <a:pt x="373507" y="28344"/>
                      <a:pt x="375285" y="31745"/>
                      <a:pt x="376809" y="35147"/>
                    </a:cubicBezTo>
                    <a:cubicBezTo>
                      <a:pt x="378333" y="38548"/>
                      <a:pt x="379349" y="42075"/>
                      <a:pt x="380111" y="45728"/>
                    </a:cubicBezTo>
                    <a:cubicBezTo>
                      <a:pt x="380873" y="49382"/>
                      <a:pt x="381254" y="53035"/>
                      <a:pt x="381254" y="56814"/>
                    </a:cubicBezTo>
                    <a:lnTo>
                      <a:pt x="381254" y="170191"/>
                    </a:lnTo>
                    <a:cubicBezTo>
                      <a:pt x="381254" y="173970"/>
                      <a:pt x="380873" y="177624"/>
                      <a:pt x="380111" y="181277"/>
                    </a:cubicBezTo>
                    <a:cubicBezTo>
                      <a:pt x="379349" y="184930"/>
                      <a:pt x="378333" y="188457"/>
                      <a:pt x="376809" y="191859"/>
                    </a:cubicBezTo>
                    <a:cubicBezTo>
                      <a:pt x="375285" y="195260"/>
                      <a:pt x="373634" y="198535"/>
                      <a:pt x="371475" y="201685"/>
                    </a:cubicBezTo>
                    <a:cubicBezTo>
                      <a:pt x="369316" y="204834"/>
                      <a:pt x="367030" y="207605"/>
                      <a:pt x="364363" y="210251"/>
                    </a:cubicBezTo>
                    <a:cubicBezTo>
                      <a:pt x="361696" y="212896"/>
                      <a:pt x="358775" y="215290"/>
                      <a:pt x="355727" y="217305"/>
                    </a:cubicBezTo>
                    <a:cubicBezTo>
                      <a:pt x="352679" y="219321"/>
                      <a:pt x="349250" y="221085"/>
                      <a:pt x="345821" y="222596"/>
                    </a:cubicBezTo>
                    <a:cubicBezTo>
                      <a:pt x="342392" y="224108"/>
                      <a:pt x="338836" y="225116"/>
                      <a:pt x="335153" y="225872"/>
                    </a:cubicBezTo>
                    <a:cubicBezTo>
                      <a:pt x="331470" y="226627"/>
                      <a:pt x="327787" y="227005"/>
                      <a:pt x="323977" y="227005"/>
                    </a:cubicBezTo>
                    <a:lnTo>
                      <a:pt x="57277" y="227005"/>
                    </a:lnTo>
                    <a:cubicBezTo>
                      <a:pt x="53467" y="227005"/>
                      <a:pt x="49784" y="226627"/>
                      <a:pt x="46101" y="225872"/>
                    </a:cubicBezTo>
                    <a:cubicBezTo>
                      <a:pt x="42418" y="225116"/>
                      <a:pt x="38862" y="224108"/>
                      <a:pt x="35433" y="222596"/>
                    </a:cubicBezTo>
                    <a:cubicBezTo>
                      <a:pt x="32004" y="221085"/>
                      <a:pt x="28702" y="219447"/>
                      <a:pt x="25527" y="217305"/>
                    </a:cubicBezTo>
                    <a:cubicBezTo>
                      <a:pt x="22352" y="215164"/>
                      <a:pt x="19558" y="212896"/>
                      <a:pt x="16891" y="210251"/>
                    </a:cubicBezTo>
                    <a:cubicBezTo>
                      <a:pt x="14224" y="207605"/>
                      <a:pt x="11811" y="204708"/>
                      <a:pt x="9779" y="201685"/>
                    </a:cubicBezTo>
                    <a:cubicBezTo>
                      <a:pt x="7747" y="198661"/>
                      <a:pt x="5969" y="195386"/>
                      <a:pt x="4445" y="191859"/>
                    </a:cubicBezTo>
                    <a:cubicBezTo>
                      <a:pt x="2921" y="188331"/>
                      <a:pt x="1905" y="184930"/>
                      <a:pt x="1143" y="181277"/>
                    </a:cubicBezTo>
                    <a:cubicBezTo>
                      <a:pt x="381" y="177624"/>
                      <a:pt x="0" y="173970"/>
                      <a:pt x="0" y="170191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1767695" cy="3103331"/>
              <a:chOff x="0" y="0"/>
              <a:chExt cx="1161882" cy="2039774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59817" y="62987"/>
                <a:ext cx="1042248" cy="1913800"/>
              </a:xfrm>
              <a:custGeom>
                <a:avLst/>
                <a:gdLst/>
                <a:ahLst/>
                <a:cxnLst/>
                <a:rect r="r" b="b" t="t" l="l"/>
                <a:pathLst>
                  <a:path h="1913800" w="1042248">
                    <a:moveTo>
                      <a:pt x="0" y="0"/>
                    </a:moveTo>
                    <a:lnTo>
                      <a:pt x="1042248" y="0"/>
                    </a:lnTo>
                    <a:lnTo>
                      <a:pt x="1042248" y="1913800"/>
                    </a:lnTo>
                    <a:lnTo>
                      <a:pt x="0" y="1913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293581" y="216424"/>
                <a:ext cx="574481" cy="1417210"/>
              </a:xfrm>
              <a:custGeom>
                <a:avLst/>
                <a:gdLst/>
                <a:ahLst/>
                <a:cxnLst/>
                <a:rect r="r" b="b" t="t" l="l"/>
                <a:pathLst>
                  <a:path h="1417210" w="574481">
                    <a:moveTo>
                      <a:pt x="239" y="1341625"/>
                    </a:moveTo>
                    <a:lnTo>
                      <a:pt x="239" y="113377"/>
                    </a:lnTo>
                    <a:cubicBezTo>
                      <a:pt x="239" y="105944"/>
                      <a:pt x="957" y="98512"/>
                      <a:pt x="2273" y="91205"/>
                    </a:cubicBezTo>
                    <a:cubicBezTo>
                      <a:pt x="3589" y="83899"/>
                      <a:pt x="5742" y="76844"/>
                      <a:pt x="8374" y="69915"/>
                    </a:cubicBezTo>
                    <a:cubicBezTo>
                      <a:pt x="11006" y="62987"/>
                      <a:pt x="14356" y="56562"/>
                      <a:pt x="18304" y="50263"/>
                    </a:cubicBezTo>
                    <a:cubicBezTo>
                      <a:pt x="22252" y="43965"/>
                      <a:pt x="26678" y="38296"/>
                      <a:pt x="31703" y="33131"/>
                    </a:cubicBezTo>
                    <a:cubicBezTo>
                      <a:pt x="36727" y="27966"/>
                      <a:pt x="42111" y="23179"/>
                      <a:pt x="47973" y="19022"/>
                    </a:cubicBezTo>
                    <a:cubicBezTo>
                      <a:pt x="53835" y="14865"/>
                      <a:pt x="60056" y="11337"/>
                      <a:pt x="66636" y="8566"/>
                    </a:cubicBezTo>
                    <a:cubicBezTo>
                      <a:pt x="73216" y="5795"/>
                      <a:pt x="79915" y="3527"/>
                      <a:pt x="86854" y="2141"/>
                    </a:cubicBezTo>
                    <a:cubicBezTo>
                      <a:pt x="93793" y="756"/>
                      <a:pt x="100731" y="0"/>
                      <a:pt x="107909" y="0"/>
                    </a:cubicBezTo>
                    <a:lnTo>
                      <a:pt x="466810" y="0"/>
                    </a:lnTo>
                    <a:cubicBezTo>
                      <a:pt x="473869" y="0"/>
                      <a:pt x="480927" y="756"/>
                      <a:pt x="487866" y="2141"/>
                    </a:cubicBezTo>
                    <a:cubicBezTo>
                      <a:pt x="494804" y="3527"/>
                      <a:pt x="501504" y="5795"/>
                      <a:pt x="508084" y="8566"/>
                    </a:cubicBezTo>
                    <a:cubicBezTo>
                      <a:pt x="514664" y="11337"/>
                      <a:pt x="520765" y="14865"/>
                      <a:pt x="526747" y="19022"/>
                    </a:cubicBezTo>
                    <a:cubicBezTo>
                      <a:pt x="532728" y="23179"/>
                      <a:pt x="538112" y="27840"/>
                      <a:pt x="543017" y="33131"/>
                    </a:cubicBezTo>
                    <a:cubicBezTo>
                      <a:pt x="547922" y="38422"/>
                      <a:pt x="552468" y="44091"/>
                      <a:pt x="556416" y="50263"/>
                    </a:cubicBezTo>
                    <a:cubicBezTo>
                      <a:pt x="560364" y="56436"/>
                      <a:pt x="563713" y="62987"/>
                      <a:pt x="566345" y="69915"/>
                    </a:cubicBezTo>
                    <a:cubicBezTo>
                      <a:pt x="568977" y="76844"/>
                      <a:pt x="571131" y="83899"/>
                      <a:pt x="572447" y="91205"/>
                    </a:cubicBezTo>
                    <a:cubicBezTo>
                      <a:pt x="573763" y="98512"/>
                      <a:pt x="574480" y="105944"/>
                      <a:pt x="574480" y="113377"/>
                    </a:cubicBezTo>
                    <a:lnTo>
                      <a:pt x="574480" y="1341625"/>
                    </a:lnTo>
                    <a:cubicBezTo>
                      <a:pt x="574480" y="1346538"/>
                      <a:pt x="574002" y="1351451"/>
                      <a:pt x="573045" y="1356364"/>
                    </a:cubicBezTo>
                    <a:cubicBezTo>
                      <a:pt x="572088" y="1361277"/>
                      <a:pt x="570772" y="1365938"/>
                      <a:pt x="568977" y="1370473"/>
                    </a:cubicBezTo>
                    <a:cubicBezTo>
                      <a:pt x="567183" y="1375008"/>
                      <a:pt x="564910" y="1379417"/>
                      <a:pt x="562397" y="1383575"/>
                    </a:cubicBezTo>
                    <a:cubicBezTo>
                      <a:pt x="559885" y="1387732"/>
                      <a:pt x="556775" y="1391511"/>
                      <a:pt x="553425" y="1395038"/>
                    </a:cubicBezTo>
                    <a:cubicBezTo>
                      <a:pt x="550075" y="1398565"/>
                      <a:pt x="546486" y="1401715"/>
                      <a:pt x="542538" y="1404486"/>
                    </a:cubicBezTo>
                    <a:cubicBezTo>
                      <a:pt x="538590" y="1407258"/>
                      <a:pt x="534523" y="1409525"/>
                      <a:pt x="530096" y="1411415"/>
                    </a:cubicBezTo>
                    <a:cubicBezTo>
                      <a:pt x="525670" y="1413304"/>
                      <a:pt x="521243" y="1414690"/>
                      <a:pt x="516578" y="1415698"/>
                    </a:cubicBezTo>
                    <a:cubicBezTo>
                      <a:pt x="511912" y="1416706"/>
                      <a:pt x="507246" y="1417210"/>
                      <a:pt x="502581" y="1417210"/>
                    </a:cubicBezTo>
                    <a:lnTo>
                      <a:pt x="71900" y="1417210"/>
                    </a:lnTo>
                    <a:cubicBezTo>
                      <a:pt x="67234" y="1417210"/>
                      <a:pt x="62568" y="1416706"/>
                      <a:pt x="57903" y="1415698"/>
                    </a:cubicBezTo>
                    <a:cubicBezTo>
                      <a:pt x="53237" y="1414690"/>
                      <a:pt x="48810" y="1413304"/>
                      <a:pt x="44384" y="1411415"/>
                    </a:cubicBezTo>
                    <a:cubicBezTo>
                      <a:pt x="39957" y="1409525"/>
                      <a:pt x="35890" y="1407132"/>
                      <a:pt x="31942" y="1404486"/>
                    </a:cubicBezTo>
                    <a:cubicBezTo>
                      <a:pt x="27994" y="1401841"/>
                      <a:pt x="24405" y="1398565"/>
                      <a:pt x="21055" y="1395038"/>
                    </a:cubicBezTo>
                    <a:cubicBezTo>
                      <a:pt x="17706" y="1391511"/>
                      <a:pt x="14715" y="1387732"/>
                      <a:pt x="12083" y="1383575"/>
                    </a:cubicBezTo>
                    <a:cubicBezTo>
                      <a:pt x="9451" y="1379417"/>
                      <a:pt x="7297" y="1375134"/>
                      <a:pt x="5503" y="1370473"/>
                    </a:cubicBezTo>
                    <a:cubicBezTo>
                      <a:pt x="3709" y="1365812"/>
                      <a:pt x="2393" y="1361151"/>
                      <a:pt x="1435" y="1356364"/>
                    </a:cubicBezTo>
                    <a:cubicBezTo>
                      <a:pt x="478" y="1351577"/>
                      <a:pt x="0" y="1346538"/>
                      <a:pt x="0" y="1341625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81" id="81"/>
              <p:cNvSpPr/>
              <p:nvPr/>
            </p:nvSpPr>
            <p:spPr>
              <a:xfrm flipH="false" flipV="false" rot="0">
                <a:off x="383545" y="1312273"/>
                <a:ext cx="395030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95030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6"/>
                      <a:pt x="359" y="49382"/>
                      <a:pt x="1077" y="45729"/>
                    </a:cubicBezTo>
                    <a:cubicBezTo>
                      <a:pt x="1795" y="42076"/>
                      <a:pt x="2752" y="38549"/>
                      <a:pt x="4187" y="35147"/>
                    </a:cubicBezTo>
                    <a:cubicBezTo>
                      <a:pt x="5623" y="31746"/>
                      <a:pt x="7178" y="28471"/>
                      <a:pt x="9212" y="25321"/>
                    </a:cubicBezTo>
                    <a:cubicBezTo>
                      <a:pt x="11246" y="22172"/>
                      <a:pt x="13399" y="19400"/>
                      <a:pt x="15912" y="16755"/>
                    </a:cubicBezTo>
                    <a:cubicBezTo>
                      <a:pt x="18424" y="14110"/>
                      <a:pt x="21175" y="11716"/>
                      <a:pt x="24047" y="9700"/>
                    </a:cubicBezTo>
                    <a:cubicBezTo>
                      <a:pt x="26918" y="7685"/>
                      <a:pt x="30148" y="5921"/>
                      <a:pt x="33378" y="4410"/>
                    </a:cubicBezTo>
                    <a:cubicBezTo>
                      <a:pt x="36608" y="2898"/>
                      <a:pt x="39958" y="1890"/>
                      <a:pt x="43427" y="1134"/>
                    </a:cubicBezTo>
                    <a:cubicBezTo>
                      <a:pt x="46897" y="378"/>
                      <a:pt x="50366" y="0"/>
                      <a:pt x="53955" y="0"/>
                    </a:cubicBezTo>
                    <a:lnTo>
                      <a:pt x="341076" y="0"/>
                    </a:lnTo>
                    <a:cubicBezTo>
                      <a:pt x="344665" y="0"/>
                      <a:pt x="348134" y="378"/>
                      <a:pt x="351603" y="1134"/>
                    </a:cubicBezTo>
                    <a:cubicBezTo>
                      <a:pt x="355073" y="1890"/>
                      <a:pt x="358423" y="2898"/>
                      <a:pt x="361653" y="4410"/>
                    </a:cubicBezTo>
                    <a:cubicBezTo>
                      <a:pt x="364883" y="5921"/>
                      <a:pt x="367993" y="7559"/>
                      <a:pt x="370984" y="9700"/>
                    </a:cubicBezTo>
                    <a:cubicBezTo>
                      <a:pt x="373975" y="11842"/>
                      <a:pt x="376607" y="14110"/>
                      <a:pt x="379119" y="16755"/>
                    </a:cubicBezTo>
                    <a:cubicBezTo>
                      <a:pt x="381632" y="19400"/>
                      <a:pt x="383905" y="22298"/>
                      <a:pt x="385819" y="25321"/>
                    </a:cubicBezTo>
                    <a:cubicBezTo>
                      <a:pt x="387733" y="28345"/>
                      <a:pt x="389408" y="31746"/>
                      <a:pt x="390843" y="35147"/>
                    </a:cubicBezTo>
                    <a:cubicBezTo>
                      <a:pt x="392279" y="38549"/>
                      <a:pt x="393236" y="42076"/>
                      <a:pt x="393954" y="45729"/>
                    </a:cubicBezTo>
                    <a:cubicBezTo>
                      <a:pt x="394672" y="49382"/>
                      <a:pt x="395030" y="53036"/>
                      <a:pt x="395030" y="56815"/>
                    </a:cubicBezTo>
                    <a:lnTo>
                      <a:pt x="395030" y="170192"/>
                    </a:lnTo>
                    <a:cubicBezTo>
                      <a:pt x="395030" y="173971"/>
                      <a:pt x="394672" y="177624"/>
                      <a:pt x="393954" y="181277"/>
                    </a:cubicBezTo>
                    <a:cubicBezTo>
                      <a:pt x="393236" y="184931"/>
                      <a:pt x="392279" y="188458"/>
                      <a:pt x="390843" y="191859"/>
                    </a:cubicBezTo>
                    <a:cubicBezTo>
                      <a:pt x="389408" y="195260"/>
                      <a:pt x="387852" y="198536"/>
                      <a:pt x="385819" y="201685"/>
                    </a:cubicBezTo>
                    <a:cubicBezTo>
                      <a:pt x="383785" y="204834"/>
                      <a:pt x="381632" y="207606"/>
                      <a:pt x="379119" y="210251"/>
                    </a:cubicBezTo>
                    <a:cubicBezTo>
                      <a:pt x="376607" y="212897"/>
                      <a:pt x="373855" y="215290"/>
                      <a:pt x="370984" y="217306"/>
                    </a:cubicBezTo>
                    <a:cubicBezTo>
                      <a:pt x="368113" y="219321"/>
                      <a:pt x="364883" y="221085"/>
                      <a:pt x="361653" y="222597"/>
                    </a:cubicBezTo>
                    <a:cubicBezTo>
                      <a:pt x="358423" y="224109"/>
                      <a:pt x="355073" y="225116"/>
                      <a:pt x="351603" y="225872"/>
                    </a:cubicBezTo>
                    <a:cubicBezTo>
                      <a:pt x="348134" y="226628"/>
                      <a:pt x="344665" y="227006"/>
                      <a:pt x="341076" y="227006"/>
                    </a:cubicBezTo>
                    <a:lnTo>
                      <a:pt x="53955" y="227006"/>
                    </a:lnTo>
                    <a:cubicBezTo>
                      <a:pt x="50366" y="227006"/>
                      <a:pt x="46897" y="226628"/>
                      <a:pt x="43427" y="225872"/>
                    </a:cubicBezTo>
                    <a:cubicBezTo>
                      <a:pt x="39958" y="225116"/>
                      <a:pt x="36608" y="224109"/>
                      <a:pt x="33378" y="222597"/>
                    </a:cubicBezTo>
                    <a:cubicBezTo>
                      <a:pt x="30148" y="221085"/>
                      <a:pt x="27037" y="219448"/>
                      <a:pt x="24047" y="217306"/>
                    </a:cubicBezTo>
                    <a:cubicBezTo>
                      <a:pt x="21056" y="215164"/>
                      <a:pt x="18424" y="212897"/>
                      <a:pt x="15912" y="210251"/>
                    </a:cubicBezTo>
                    <a:cubicBezTo>
                      <a:pt x="13399" y="207606"/>
                      <a:pt x="11126" y="204709"/>
                      <a:pt x="9212" y="201685"/>
                    </a:cubicBezTo>
                    <a:cubicBezTo>
                      <a:pt x="7298" y="198662"/>
                      <a:pt x="5623" y="195386"/>
                      <a:pt x="4187" y="191859"/>
                    </a:cubicBezTo>
                    <a:cubicBezTo>
                      <a:pt x="2752" y="188332"/>
                      <a:pt x="1795" y="184931"/>
                      <a:pt x="1077" y="181277"/>
                    </a:cubicBezTo>
                    <a:cubicBezTo>
                      <a:pt x="359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1309706" y="192681"/>
              <a:ext cx="1881178" cy="2910650"/>
              <a:chOff x="0" y="0"/>
              <a:chExt cx="1236472" cy="1913128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63500" y="63500"/>
                <a:ext cx="1109472" cy="1786128"/>
              </a:xfrm>
              <a:custGeom>
                <a:avLst/>
                <a:gdLst/>
                <a:ahLst/>
                <a:cxnLst/>
                <a:rect r="r" b="b" t="t" l="l"/>
                <a:pathLst>
                  <a:path h="1786128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786128"/>
                    </a:lnTo>
                    <a:lnTo>
                      <a:pt x="0" y="17861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313182" y="217805"/>
                <a:ext cx="609854" cy="1285875"/>
              </a:xfrm>
              <a:custGeom>
                <a:avLst/>
                <a:gdLst/>
                <a:ahLst/>
                <a:cxnLst/>
                <a:rect r="r" b="b" t="t" l="l"/>
                <a:pathLst>
                  <a:path h="1285875" w="609854">
                    <a:moveTo>
                      <a:pt x="254" y="1209675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1209675"/>
                    </a:lnTo>
                    <a:cubicBezTo>
                      <a:pt x="609854" y="1214628"/>
                      <a:pt x="609346" y="1219581"/>
                      <a:pt x="608330" y="1224534"/>
                    </a:cubicBezTo>
                    <a:cubicBezTo>
                      <a:pt x="607314" y="1229487"/>
                      <a:pt x="605917" y="1234186"/>
                      <a:pt x="604012" y="1238758"/>
                    </a:cubicBezTo>
                    <a:cubicBezTo>
                      <a:pt x="602107" y="1243330"/>
                      <a:pt x="599694" y="1247775"/>
                      <a:pt x="597027" y="1251966"/>
                    </a:cubicBezTo>
                    <a:cubicBezTo>
                      <a:pt x="594360" y="1256157"/>
                      <a:pt x="591058" y="1259967"/>
                      <a:pt x="587502" y="1263523"/>
                    </a:cubicBezTo>
                    <a:cubicBezTo>
                      <a:pt x="583946" y="1267079"/>
                      <a:pt x="580136" y="1270254"/>
                      <a:pt x="575945" y="1273048"/>
                    </a:cubicBezTo>
                    <a:cubicBezTo>
                      <a:pt x="571754" y="1275842"/>
                      <a:pt x="567436" y="1278128"/>
                      <a:pt x="562737" y="1280033"/>
                    </a:cubicBezTo>
                    <a:cubicBezTo>
                      <a:pt x="558038" y="1281938"/>
                      <a:pt x="553339" y="1283335"/>
                      <a:pt x="548386" y="1284351"/>
                    </a:cubicBezTo>
                    <a:cubicBezTo>
                      <a:pt x="543433" y="1285367"/>
                      <a:pt x="538480" y="1285875"/>
                      <a:pt x="533527" y="1285875"/>
                    </a:cubicBezTo>
                    <a:lnTo>
                      <a:pt x="76327" y="1285875"/>
                    </a:lnTo>
                    <a:cubicBezTo>
                      <a:pt x="71374" y="1285875"/>
                      <a:pt x="66421" y="1285367"/>
                      <a:pt x="61468" y="1284351"/>
                    </a:cubicBezTo>
                    <a:cubicBezTo>
                      <a:pt x="56515" y="1283335"/>
                      <a:pt x="51816" y="1281938"/>
                      <a:pt x="47117" y="1280033"/>
                    </a:cubicBezTo>
                    <a:cubicBezTo>
                      <a:pt x="42418" y="1278128"/>
                      <a:pt x="38100" y="1275715"/>
                      <a:pt x="33909" y="1273048"/>
                    </a:cubicBezTo>
                    <a:cubicBezTo>
                      <a:pt x="29718" y="1270381"/>
                      <a:pt x="25908" y="1267079"/>
                      <a:pt x="22352" y="1263523"/>
                    </a:cubicBezTo>
                    <a:cubicBezTo>
                      <a:pt x="18796" y="1259967"/>
                      <a:pt x="15621" y="1256157"/>
                      <a:pt x="12827" y="1251966"/>
                    </a:cubicBezTo>
                    <a:cubicBezTo>
                      <a:pt x="10033" y="1247775"/>
                      <a:pt x="7747" y="1243457"/>
                      <a:pt x="5842" y="1238758"/>
                    </a:cubicBezTo>
                    <a:cubicBezTo>
                      <a:pt x="3937" y="1234059"/>
                      <a:pt x="2540" y="1229360"/>
                      <a:pt x="1524" y="1224534"/>
                    </a:cubicBezTo>
                    <a:cubicBezTo>
                      <a:pt x="508" y="1219708"/>
                      <a:pt x="0" y="1214628"/>
                      <a:pt x="0" y="1209675"/>
                    </a:cubicBezTo>
                    <a:close/>
                  </a:path>
                </a:pathLst>
              </a:custGeom>
              <a:solidFill>
                <a:srgbClr val="7C5CFC"/>
              </a:solidFill>
            </p:spPr>
          </p:sp>
          <p:sp>
            <p:nvSpPr>
              <p:cNvPr name="Freeform 85" id="85"/>
              <p:cNvSpPr/>
              <p:nvPr/>
            </p:nvSpPr>
            <p:spPr>
              <a:xfrm flipH="false" flipV="false" rot="0">
                <a:off x="418084" y="1179703"/>
                <a:ext cx="400431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0431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43154" y="0"/>
                    </a:lnTo>
                    <a:cubicBezTo>
                      <a:pt x="346964" y="0"/>
                      <a:pt x="350647" y="381"/>
                      <a:pt x="354330" y="1143"/>
                    </a:cubicBezTo>
                    <a:cubicBezTo>
                      <a:pt x="358013" y="1905"/>
                      <a:pt x="361569" y="2921"/>
                      <a:pt x="364998" y="4445"/>
                    </a:cubicBezTo>
                    <a:cubicBezTo>
                      <a:pt x="368427" y="5969"/>
                      <a:pt x="371729" y="7620"/>
                      <a:pt x="374904" y="9779"/>
                    </a:cubicBezTo>
                    <a:cubicBezTo>
                      <a:pt x="378079" y="11938"/>
                      <a:pt x="380873" y="14224"/>
                      <a:pt x="383540" y="16891"/>
                    </a:cubicBezTo>
                    <a:cubicBezTo>
                      <a:pt x="386207" y="19558"/>
                      <a:pt x="388620" y="22479"/>
                      <a:pt x="390652" y="25527"/>
                    </a:cubicBezTo>
                    <a:cubicBezTo>
                      <a:pt x="392684" y="28575"/>
                      <a:pt x="394462" y="32004"/>
                      <a:pt x="395986" y="35433"/>
                    </a:cubicBezTo>
                    <a:cubicBezTo>
                      <a:pt x="397510" y="38862"/>
                      <a:pt x="398526" y="42418"/>
                      <a:pt x="399288" y="46101"/>
                    </a:cubicBezTo>
                    <a:cubicBezTo>
                      <a:pt x="400050" y="49784"/>
                      <a:pt x="400431" y="53467"/>
                      <a:pt x="400431" y="57277"/>
                    </a:cubicBezTo>
                    <a:lnTo>
                      <a:pt x="400431" y="171577"/>
                    </a:lnTo>
                    <a:cubicBezTo>
                      <a:pt x="400431" y="175387"/>
                      <a:pt x="400050" y="179070"/>
                      <a:pt x="399288" y="182753"/>
                    </a:cubicBezTo>
                    <a:cubicBezTo>
                      <a:pt x="398526" y="186436"/>
                      <a:pt x="397510" y="189992"/>
                      <a:pt x="395986" y="193421"/>
                    </a:cubicBezTo>
                    <a:cubicBezTo>
                      <a:pt x="394462" y="196850"/>
                      <a:pt x="392811" y="200152"/>
                      <a:pt x="390652" y="203327"/>
                    </a:cubicBezTo>
                    <a:cubicBezTo>
                      <a:pt x="388493" y="206502"/>
                      <a:pt x="386207" y="209296"/>
                      <a:pt x="383540" y="211963"/>
                    </a:cubicBezTo>
                    <a:cubicBezTo>
                      <a:pt x="380873" y="214630"/>
                      <a:pt x="377952" y="217043"/>
                      <a:pt x="374904" y="219075"/>
                    </a:cubicBezTo>
                    <a:cubicBezTo>
                      <a:pt x="371856" y="221107"/>
                      <a:pt x="368427" y="222885"/>
                      <a:pt x="364998" y="224409"/>
                    </a:cubicBezTo>
                    <a:cubicBezTo>
                      <a:pt x="361569" y="225933"/>
                      <a:pt x="358013" y="226949"/>
                      <a:pt x="354330" y="227711"/>
                    </a:cubicBezTo>
                    <a:cubicBezTo>
                      <a:pt x="350647" y="228473"/>
                      <a:pt x="346964" y="228854"/>
                      <a:pt x="343154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5562013" y="1018114"/>
              <a:ext cx="1881178" cy="2085217"/>
              <a:chOff x="0" y="0"/>
              <a:chExt cx="1236472" cy="1370584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63500" y="63500"/>
                <a:ext cx="1109472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243584"/>
                    </a:lnTo>
                    <a:lnTo>
                      <a:pt x="0" y="12435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8" id="88"/>
              <p:cNvSpPr/>
              <p:nvPr/>
            </p:nvSpPr>
            <p:spPr>
              <a:xfrm flipH="false" flipV="false" rot="0">
                <a:off x="312420" y="218186"/>
                <a:ext cx="609854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609854">
                    <a:moveTo>
                      <a:pt x="254" y="66675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666750"/>
                    </a:lnTo>
                    <a:cubicBezTo>
                      <a:pt x="609854" y="671703"/>
                      <a:pt x="609346" y="676656"/>
                      <a:pt x="608330" y="681609"/>
                    </a:cubicBezTo>
                    <a:cubicBezTo>
                      <a:pt x="607314" y="686562"/>
                      <a:pt x="605917" y="691261"/>
                      <a:pt x="604012" y="695833"/>
                    </a:cubicBezTo>
                    <a:cubicBezTo>
                      <a:pt x="602107" y="700405"/>
                      <a:pt x="599694" y="704850"/>
                      <a:pt x="597027" y="709041"/>
                    </a:cubicBezTo>
                    <a:cubicBezTo>
                      <a:pt x="594360" y="713232"/>
                      <a:pt x="591058" y="717042"/>
                      <a:pt x="587502" y="720598"/>
                    </a:cubicBezTo>
                    <a:cubicBezTo>
                      <a:pt x="583946" y="724154"/>
                      <a:pt x="580136" y="727329"/>
                      <a:pt x="575945" y="730123"/>
                    </a:cubicBezTo>
                    <a:cubicBezTo>
                      <a:pt x="571754" y="732917"/>
                      <a:pt x="567436" y="735203"/>
                      <a:pt x="562737" y="737108"/>
                    </a:cubicBezTo>
                    <a:cubicBezTo>
                      <a:pt x="558038" y="739013"/>
                      <a:pt x="553339" y="740410"/>
                      <a:pt x="548386" y="741426"/>
                    </a:cubicBezTo>
                    <a:cubicBezTo>
                      <a:pt x="543433" y="742442"/>
                      <a:pt x="538480" y="742950"/>
                      <a:pt x="533527" y="742950"/>
                    </a:cubicBezTo>
                    <a:lnTo>
                      <a:pt x="76327" y="742950"/>
                    </a:lnTo>
                    <a:cubicBezTo>
                      <a:pt x="71374" y="742950"/>
                      <a:pt x="66421" y="742442"/>
                      <a:pt x="61468" y="741426"/>
                    </a:cubicBezTo>
                    <a:cubicBezTo>
                      <a:pt x="56515" y="740410"/>
                      <a:pt x="51816" y="739013"/>
                      <a:pt x="47117" y="737108"/>
                    </a:cubicBezTo>
                    <a:cubicBezTo>
                      <a:pt x="42418" y="735203"/>
                      <a:pt x="38100" y="732790"/>
                      <a:pt x="33909" y="730123"/>
                    </a:cubicBezTo>
                    <a:cubicBezTo>
                      <a:pt x="29718" y="727456"/>
                      <a:pt x="25908" y="724154"/>
                      <a:pt x="22352" y="720598"/>
                    </a:cubicBezTo>
                    <a:cubicBezTo>
                      <a:pt x="18796" y="717042"/>
                      <a:pt x="15621" y="713232"/>
                      <a:pt x="12827" y="709041"/>
                    </a:cubicBezTo>
                    <a:cubicBezTo>
                      <a:pt x="10033" y="704850"/>
                      <a:pt x="7747" y="700532"/>
                      <a:pt x="5842" y="695833"/>
                    </a:cubicBezTo>
                    <a:cubicBezTo>
                      <a:pt x="3937" y="691134"/>
                      <a:pt x="2540" y="686435"/>
                      <a:pt x="1524" y="681609"/>
                    </a:cubicBezTo>
                    <a:cubicBezTo>
                      <a:pt x="508" y="676783"/>
                      <a:pt x="0" y="671703"/>
                      <a:pt x="0" y="66675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426974" y="637159"/>
                <a:ext cx="381254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381254">
                    <a:moveTo>
                      <a:pt x="0" y="171577"/>
                    </a:moveTo>
                    <a:lnTo>
                      <a:pt x="0" y="57277"/>
                    </a:lnTo>
                    <a:cubicBezTo>
                      <a:pt x="0" y="53467"/>
                      <a:pt x="381" y="49784"/>
                      <a:pt x="1143" y="46101"/>
                    </a:cubicBezTo>
                    <a:cubicBezTo>
                      <a:pt x="1905" y="42418"/>
                      <a:pt x="2921" y="38862"/>
                      <a:pt x="4445" y="35433"/>
                    </a:cubicBezTo>
                    <a:cubicBezTo>
                      <a:pt x="5969" y="32004"/>
                      <a:pt x="7620" y="28702"/>
                      <a:pt x="9779" y="25527"/>
                    </a:cubicBezTo>
                    <a:cubicBezTo>
                      <a:pt x="11938" y="22352"/>
                      <a:pt x="14224" y="19558"/>
                      <a:pt x="16891" y="16891"/>
                    </a:cubicBezTo>
                    <a:cubicBezTo>
                      <a:pt x="19558" y="14224"/>
                      <a:pt x="22479" y="11811"/>
                      <a:pt x="25527" y="9779"/>
                    </a:cubicBezTo>
                    <a:cubicBezTo>
                      <a:pt x="28575" y="7747"/>
                      <a:pt x="32004" y="5969"/>
                      <a:pt x="35433" y="4445"/>
                    </a:cubicBezTo>
                    <a:cubicBezTo>
                      <a:pt x="38862" y="2921"/>
                      <a:pt x="42418" y="1905"/>
                      <a:pt x="46101" y="1143"/>
                    </a:cubicBezTo>
                    <a:cubicBezTo>
                      <a:pt x="49784" y="381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81"/>
                      <a:pt x="335153" y="1143"/>
                    </a:cubicBezTo>
                    <a:cubicBezTo>
                      <a:pt x="338836" y="1905"/>
                      <a:pt x="342392" y="2921"/>
                      <a:pt x="345821" y="4445"/>
                    </a:cubicBezTo>
                    <a:cubicBezTo>
                      <a:pt x="349250" y="5969"/>
                      <a:pt x="352552" y="7620"/>
                      <a:pt x="355727" y="9779"/>
                    </a:cubicBezTo>
                    <a:cubicBezTo>
                      <a:pt x="358902" y="11938"/>
                      <a:pt x="361696" y="14224"/>
                      <a:pt x="364363" y="16891"/>
                    </a:cubicBezTo>
                    <a:cubicBezTo>
                      <a:pt x="367030" y="19558"/>
                      <a:pt x="369443" y="22479"/>
                      <a:pt x="371475" y="25527"/>
                    </a:cubicBezTo>
                    <a:cubicBezTo>
                      <a:pt x="373507" y="28575"/>
                      <a:pt x="375285" y="32004"/>
                      <a:pt x="376809" y="35433"/>
                    </a:cubicBezTo>
                    <a:cubicBezTo>
                      <a:pt x="378333" y="38862"/>
                      <a:pt x="379349" y="42418"/>
                      <a:pt x="380111" y="46101"/>
                    </a:cubicBezTo>
                    <a:cubicBezTo>
                      <a:pt x="380873" y="49784"/>
                      <a:pt x="381254" y="53467"/>
                      <a:pt x="381254" y="57277"/>
                    </a:cubicBezTo>
                    <a:lnTo>
                      <a:pt x="381254" y="171577"/>
                    </a:lnTo>
                    <a:cubicBezTo>
                      <a:pt x="381254" y="175387"/>
                      <a:pt x="380873" y="179070"/>
                      <a:pt x="380111" y="182753"/>
                    </a:cubicBezTo>
                    <a:cubicBezTo>
                      <a:pt x="379349" y="186436"/>
                      <a:pt x="378333" y="189992"/>
                      <a:pt x="376809" y="193421"/>
                    </a:cubicBezTo>
                    <a:cubicBezTo>
                      <a:pt x="375285" y="196850"/>
                      <a:pt x="373634" y="200152"/>
                      <a:pt x="371475" y="203327"/>
                    </a:cubicBezTo>
                    <a:cubicBezTo>
                      <a:pt x="369316" y="206502"/>
                      <a:pt x="367030" y="209296"/>
                      <a:pt x="364363" y="211963"/>
                    </a:cubicBezTo>
                    <a:cubicBezTo>
                      <a:pt x="361696" y="214630"/>
                      <a:pt x="358775" y="217043"/>
                      <a:pt x="355727" y="219075"/>
                    </a:cubicBezTo>
                    <a:cubicBezTo>
                      <a:pt x="352679" y="221107"/>
                      <a:pt x="349250" y="222885"/>
                      <a:pt x="345821" y="224409"/>
                    </a:cubicBezTo>
                    <a:cubicBezTo>
                      <a:pt x="342392" y="225933"/>
                      <a:pt x="338836" y="226949"/>
                      <a:pt x="335153" y="227711"/>
                    </a:cubicBezTo>
                    <a:cubicBezTo>
                      <a:pt x="331470" y="228473"/>
                      <a:pt x="327787" y="228854"/>
                      <a:pt x="323977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2688701" y="410632"/>
              <a:ext cx="1876540" cy="2692698"/>
              <a:chOff x="0" y="0"/>
              <a:chExt cx="1233424" cy="1769872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63500" y="63500"/>
                <a:ext cx="1106424" cy="1642872"/>
              </a:xfrm>
              <a:custGeom>
                <a:avLst/>
                <a:gdLst/>
                <a:ahLst/>
                <a:cxnLst/>
                <a:rect r="r" b="b" t="t" l="l"/>
                <a:pathLst>
                  <a:path h="1642872" w="1106424">
                    <a:moveTo>
                      <a:pt x="0" y="0"/>
                    </a:moveTo>
                    <a:lnTo>
                      <a:pt x="1106424" y="0"/>
                    </a:lnTo>
                    <a:lnTo>
                      <a:pt x="1106424" y="1642872"/>
                    </a:lnTo>
                    <a:lnTo>
                      <a:pt x="0" y="1642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311658" y="217424"/>
                <a:ext cx="609854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609854">
                    <a:moveTo>
                      <a:pt x="254" y="106680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680"/>
                      <a:pt x="609854" y="114300"/>
                    </a:cubicBezTo>
                    <a:lnTo>
                      <a:pt x="609854" y="1066800"/>
                    </a:lnTo>
                    <a:cubicBezTo>
                      <a:pt x="609854" y="1071753"/>
                      <a:pt x="609346" y="1076706"/>
                      <a:pt x="608330" y="1081659"/>
                    </a:cubicBezTo>
                    <a:cubicBezTo>
                      <a:pt x="607314" y="1086612"/>
                      <a:pt x="605917" y="1091311"/>
                      <a:pt x="604012" y="1095883"/>
                    </a:cubicBezTo>
                    <a:cubicBezTo>
                      <a:pt x="602107" y="1100455"/>
                      <a:pt x="599694" y="1104900"/>
                      <a:pt x="597027" y="1109091"/>
                    </a:cubicBezTo>
                    <a:cubicBezTo>
                      <a:pt x="594360" y="1113282"/>
                      <a:pt x="591058" y="1117092"/>
                      <a:pt x="587502" y="1120648"/>
                    </a:cubicBezTo>
                    <a:cubicBezTo>
                      <a:pt x="583946" y="1124204"/>
                      <a:pt x="580136" y="1127379"/>
                      <a:pt x="575945" y="1130173"/>
                    </a:cubicBezTo>
                    <a:cubicBezTo>
                      <a:pt x="571754" y="1132967"/>
                      <a:pt x="567436" y="1135253"/>
                      <a:pt x="562737" y="1137158"/>
                    </a:cubicBezTo>
                    <a:cubicBezTo>
                      <a:pt x="558038" y="1139063"/>
                      <a:pt x="553339" y="1140460"/>
                      <a:pt x="548386" y="1141476"/>
                    </a:cubicBezTo>
                    <a:cubicBezTo>
                      <a:pt x="543433" y="1142492"/>
                      <a:pt x="538480" y="1143000"/>
                      <a:pt x="533527" y="1143000"/>
                    </a:cubicBezTo>
                    <a:lnTo>
                      <a:pt x="76327" y="1143000"/>
                    </a:lnTo>
                    <a:cubicBezTo>
                      <a:pt x="71374" y="1143000"/>
                      <a:pt x="66421" y="1142492"/>
                      <a:pt x="61468" y="1141476"/>
                    </a:cubicBezTo>
                    <a:cubicBezTo>
                      <a:pt x="56515" y="1140460"/>
                      <a:pt x="51816" y="1139063"/>
                      <a:pt x="47117" y="1137158"/>
                    </a:cubicBezTo>
                    <a:cubicBezTo>
                      <a:pt x="42418" y="1135253"/>
                      <a:pt x="38100" y="1132840"/>
                      <a:pt x="33909" y="1130173"/>
                    </a:cubicBezTo>
                    <a:cubicBezTo>
                      <a:pt x="29718" y="1127506"/>
                      <a:pt x="25908" y="1124204"/>
                      <a:pt x="22352" y="1120648"/>
                    </a:cubicBezTo>
                    <a:cubicBezTo>
                      <a:pt x="18796" y="1117092"/>
                      <a:pt x="15621" y="1113282"/>
                      <a:pt x="12827" y="1109091"/>
                    </a:cubicBezTo>
                    <a:cubicBezTo>
                      <a:pt x="10033" y="1104900"/>
                      <a:pt x="7747" y="1100582"/>
                      <a:pt x="5842" y="1095883"/>
                    </a:cubicBezTo>
                    <a:cubicBezTo>
                      <a:pt x="3937" y="1091184"/>
                      <a:pt x="2540" y="1086485"/>
                      <a:pt x="1524" y="1081659"/>
                    </a:cubicBezTo>
                    <a:cubicBezTo>
                      <a:pt x="508" y="1076833"/>
                      <a:pt x="0" y="1071753"/>
                      <a:pt x="0" y="106680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416560" y="1036447"/>
                <a:ext cx="409829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9829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52552" y="0"/>
                    </a:lnTo>
                    <a:cubicBezTo>
                      <a:pt x="356362" y="0"/>
                      <a:pt x="360045" y="381"/>
                      <a:pt x="363728" y="1143"/>
                    </a:cubicBezTo>
                    <a:cubicBezTo>
                      <a:pt x="367411" y="1905"/>
                      <a:pt x="370967" y="2921"/>
                      <a:pt x="374396" y="4445"/>
                    </a:cubicBezTo>
                    <a:cubicBezTo>
                      <a:pt x="377825" y="5969"/>
                      <a:pt x="381127" y="7620"/>
                      <a:pt x="384302" y="9779"/>
                    </a:cubicBezTo>
                    <a:cubicBezTo>
                      <a:pt x="387477" y="11938"/>
                      <a:pt x="390271" y="14224"/>
                      <a:pt x="392938" y="16891"/>
                    </a:cubicBezTo>
                    <a:cubicBezTo>
                      <a:pt x="395605" y="19558"/>
                      <a:pt x="398018" y="22479"/>
                      <a:pt x="400050" y="25527"/>
                    </a:cubicBezTo>
                    <a:cubicBezTo>
                      <a:pt x="402082" y="28575"/>
                      <a:pt x="403860" y="32004"/>
                      <a:pt x="405384" y="35433"/>
                    </a:cubicBezTo>
                    <a:cubicBezTo>
                      <a:pt x="406908" y="38862"/>
                      <a:pt x="407924" y="42418"/>
                      <a:pt x="408686" y="46101"/>
                    </a:cubicBezTo>
                    <a:cubicBezTo>
                      <a:pt x="409448" y="49784"/>
                      <a:pt x="409829" y="53467"/>
                      <a:pt x="409829" y="57277"/>
                    </a:cubicBezTo>
                    <a:lnTo>
                      <a:pt x="409829" y="171577"/>
                    </a:lnTo>
                    <a:cubicBezTo>
                      <a:pt x="409829" y="175387"/>
                      <a:pt x="409448" y="179070"/>
                      <a:pt x="408686" y="182753"/>
                    </a:cubicBezTo>
                    <a:cubicBezTo>
                      <a:pt x="407924" y="186436"/>
                      <a:pt x="406908" y="189992"/>
                      <a:pt x="405384" y="193421"/>
                    </a:cubicBezTo>
                    <a:cubicBezTo>
                      <a:pt x="403860" y="196850"/>
                      <a:pt x="402209" y="200152"/>
                      <a:pt x="400050" y="203327"/>
                    </a:cubicBezTo>
                    <a:cubicBezTo>
                      <a:pt x="397891" y="206502"/>
                      <a:pt x="395605" y="209296"/>
                      <a:pt x="392938" y="211963"/>
                    </a:cubicBezTo>
                    <a:cubicBezTo>
                      <a:pt x="390271" y="214630"/>
                      <a:pt x="387350" y="217043"/>
                      <a:pt x="384302" y="219075"/>
                    </a:cubicBezTo>
                    <a:cubicBezTo>
                      <a:pt x="381254" y="221107"/>
                      <a:pt x="377825" y="222885"/>
                      <a:pt x="374396" y="224409"/>
                    </a:cubicBezTo>
                    <a:cubicBezTo>
                      <a:pt x="370967" y="225933"/>
                      <a:pt x="367411" y="226949"/>
                      <a:pt x="363728" y="227711"/>
                    </a:cubicBezTo>
                    <a:cubicBezTo>
                      <a:pt x="360045" y="228473"/>
                      <a:pt x="356362" y="228854"/>
                      <a:pt x="352552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94" id="94"/>
            <p:cNvSpPr txBox="true"/>
            <p:nvPr/>
          </p:nvSpPr>
          <p:spPr>
            <a:xfrm rot="0">
              <a:off x="624803" y="2006031"/>
              <a:ext cx="54113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300'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2015354" y="2006031"/>
              <a:ext cx="502841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270'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3368797" y="2006031"/>
              <a:ext cx="53875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240'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4807166" y="2006031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210'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6257446" y="1993331"/>
              <a:ext cx="482402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150'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7638869" y="1993331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120'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248459"/>
            <a:ext cx="16217089" cy="1027756"/>
            <a:chOff x="0" y="0"/>
            <a:chExt cx="21622785" cy="13703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4145703" y="156410"/>
              <a:ext cx="2333164" cy="1213931"/>
              <a:chOff x="0" y="0"/>
              <a:chExt cx="460872" cy="23978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669507" y="156410"/>
              <a:ext cx="2333164" cy="1213931"/>
              <a:chOff x="0" y="0"/>
              <a:chExt cx="460872" cy="2397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193480" y="156410"/>
              <a:ext cx="2333164" cy="1213931"/>
              <a:chOff x="0" y="0"/>
              <a:chExt cx="460872" cy="2397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717065" y="156410"/>
              <a:ext cx="2333164" cy="1213931"/>
              <a:chOff x="0" y="0"/>
              <a:chExt cx="460872" cy="23978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241565" y="156410"/>
              <a:ext cx="2333164" cy="1213931"/>
              <a:chOff x="0" y="0"/>
              <a:chExt cx="460872" cy="23978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6765957" y="156410"/>
              <a:ext cx="2333164" cy="1213931"/>
              <a:chOff x="0" y="0"/>
              <a:chExt cx="460872" cy="2397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9289621" y="156410"/>
              <a:ext cx="2333164" cy="1213931"/>
              <a:chOff x="0" y="0"/>
              <a:chExt cx="460872" cy="2397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2569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3795019" cy="1370341"/>
              <a:chOff x="0" y="0"/>
              <a:chExt cx="749633" cy="27068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49633" cy="270685"/>
              </a:xfrm>
              <a:custGeom>
                <a:avLst/>
                <a:gdLst/>
                <a:ahLst/>
                <a:cxnLst/>
                <a:rect r="r" b="b" t="t" l="l"/>
                <a:pathLst>
                  <a:path h="270685" w="749633">
                    <a:moveTo>
                      <a:pt x="46240" y="0"/>
                    </a:moveTo>
                    <a:lnTo>
                      <a:pt x="703393" y="0"/>
                    </a:lnTo>
                    <a:cubicBezTo>
                      <a:pt x="715657" y="0"/>
                      <a:pt x="727418" y="4872"/>
                      <a:pt x="736090" y="13544"/>
                    </a:cubicBezTo>
                    <a:cubicBezTo>
                      <a:pt x="744762" y="22215"/>
                      <a:pt x="749633" y="33977"/>
                      <a:pt x="749633" y="46240"/>
                    </a:cubicBezTo>
                    <a:lnTo>
                      <a:pt x="749633" y="224444"/>
                    </a:lnTo>
                    <a:cubicBezTo>
                      <a:pt x="749633" y="249982"/>
                      <a:pt x="728931" y="270685"/>
                      <a:pt x="703393" y="270685"/>
                    </a:cubicBezTo>
                    <a:lnTo>
                      <a:pt x="46240" y="270685"/>
                    </a:lnTo>
                    <a:cubicBezTo>
                      <a:pt x="33977" y="270685"/>
                      <a:pt x="22215" y="265813"/>
                      <a:pt x="13544" y="257141"/>
                    </a:cubicBezTo>
                    <a:cubicBezTo>
                      <a:pt x="4872" y="248469"/>
                      <a:pt x="0" y="236708"/>
                      <a:pt x="0" y="224444"/>
                    </a:cubicBezTo>
                    <a:lnTo>
                      <a:pt x="0" y="46240"/>
                    </a:lnTo>
                    <a:cubicBezTo>
                      <a:pt x="0" y="20703"/>
                      <a:pt x="20703" y="0"/>
                      <a:pt x="46240" y="0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749633" cy="318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Settimana 3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6314315"/>
            <a:ext cx="16217089" cy="1027756"/>
            <a:chOff x="0" y="0"/>
            <a:chExt cx="21622785" cy="137034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4145703" y="101600"/>
              <a:ext cx="2333164" cy="1213931"/>
              <a:chOff x="0" y="0"/>
              <a:chExt cx="460872" cy="23978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6669507" y="101600"/>
              <a:ext cx="2333164" cy="1213931"/>
              <a:chOff x="0" y="0"/>
              <a:chExt cx="460872" cy="23978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193480" y="101600"/>
              <a:ext cx="2333164" cy="1213931"/>
              <a:chOff x="0" y="0"/>
              <a:chExt cx="460872" cy="23978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717065" y="101600"/>
              <a:ext cx="2333164" cy="1213931"/>
              <a:chOff x="0" y="0"/>
              <a:chExt cx="460872" cy="23978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4241565" y="101600"/>
              <a:ext cx="2333164" cy="1213931"/>
              <a:chOff x="0" y="0"/>
              <a:chExt cx="460872" cy="23978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6765957" y="101600"/>
              <a:ext cx="2333164" cy="1213931"/>
              <a:chOff x="0" y="0"/>
              <a:chExt cx="460872" cy="23978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9289621" y="101600"/>
              <a:ext cx="2333164" cy="1213931"/>
              <a:chOff x="0" y="0"/>
              <a:chExt cx="460872" cy="23978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3795019" cy="1370341"/>
              <a:chOff x="0" y="0"/>
              <a:chExt cx="749633" cy="27068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49633" cy="270685"/>
              </a:xfrm>
              <a:custGeom>
                <a:avLst/>
                <a:gdLst/>
                <a:ahLst/>
                <a:cxnLst/>
                <a:rect r="r" b="b" t="t" l="l"/>
                <a:pathLst>
                  <a:path h="270685" w="749633">
                    <a:moveTo>
                      <a:pt x="46240" y="0"/>
                    </a:moveTo>
                    <a:lnTo>
                      <a:pt x="703393" y="0"/>
                    </a:lnTo>
                    <a:cubicBezTo>
                      <a:pt x="715657" y="0"/>
                      <a:pt x="727418" y="4872"/>
                      <a:pt x="736090" y="13544"/>
                    </a:cubicBezTo>
                    <a:cubicBezTo>
                      <a:pt x="744762" y="22215"/>
                      <a:pt x="749633" y="33977"/>
                      <a:pt x="749633" y="46240"/>
                    </a:cubicBezTo>
                    <a:lnTo>
                      <a:pt x="749633" y="224444"/>
                    </a:lnTo>
                    <a:cubicBezTo>
                      <a:pt x="749633" y="249982"/>
                      <a:pt x="728931" y="270685"/>
                      <a:pt x="703393" y="270685"/>
                    </a:cubicBezTo>
                    <a:lnTo>
                      <a:pt x="46240" y="270685"/>
                    </a:lnTo>
                    <a:cubicBezTo>
                      <a:pt x="33977" y="270685"/>
                      <a:pt x="22215" y="265813"/>
                      <a:pt x="13544" y="257141"/>
                    </a:cubicBezTo>
                    <a:cubicBezTo>
                      <a:pt x="4872" y="248469"/>
                      <a:pt x="0" y="236708"/>
                      <a:pt x="0" y="224444"/>
                    </a:cubicBezTo>
                    <a:lnTo>
                      <a:pt x="0" y="46240"/>
                    </a:lnTo>
                    <a:cubicBezTo>
                      <a:pt x="0" y="20703"/>
                      <a:pt x="20703" y="0"/>
                      <a:pt x="46240" y="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749633" cy="318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Settimana 4</a:t>
                </a:r>
              </a:p>
            </p:txBody>
          </p:sp>
        </p:grpSp>
      </p:grpSp>
      <p:sp>
        <p:nvSpPr>
          <p:cNvPr name="Freeform 52" id="52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4820545" y="2845851"/>
            <a:ext cx="338861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LUN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683578" y="2845851"/>
            <a:ext cx="400460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MAR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92741" y="2845851"/>
            <a:ext cx="368094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MER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507561" y="2845851"/>
            <a:ext cx="323831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GIO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86072" y="2845851"/>
            <a:ext cx="353558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VEN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280356" y="2845851"/>
            <a:ext cx="351577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SAB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139522" y="2845851"/>
            <a:ext cx="420948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DOM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523014" y="5402409"/>
            <a:ext cx="21929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28700" y="4178098"/>
            <a:ext cx="16217089" cy="1027756"/>
            <a:chOff x="0" y="0"/>
            <a:chExt cx="21622785" cy="1370341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4145703" y="99602"/>
              <a:ext cx="2333164" cy="1213931"/>
              <a:chOff x="0" y="0"/>
              <a:chExt cx="460872" cy="239789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6669507" y="99602"/>
              <a:ext cx="2333164" cy="1213931"/>
              <a:chOff x="0" y="0"/>
              <a:chExt cx="460872" cy="239789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9193480" y="99602"/>
              <a:ext cx="2333164" cy="1213931"/>
              <a:chOff x="0" y="0"/>
              <a:chExt cx="460872" cy="23978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1717065" y="99602"/>
              <a:ext cx="2333164" cy="1213931"/>
              <a:chOff x="0" y="0"/>
              <a:chExt cx="460872" cy="239789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4241565" y="99602"/>
              <a:ext cx="2333164" cy="1213931"/>
              <a:chOff x="0" y="0"/>
              <a:chExt cx="460872" cy="23978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6765957" y="99602"/>
              <a:ext cx="2333164" cy="1213931"/>
              <a:chOff x="0" y="0"/>
              <a:chExt cx="460872" cy="239789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9289621" y="99602"/>
              <a:ext cx="2333164" cy="1213931"/>
              <a:chOff x="0" y="0"/>
              <a:chExt cx="460872" cy="239789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7C5CFC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0" y="0"/>
              <a:ext cx="3795019" cy="1370341"/>
              <a:chOff x="0" y="0"/>
              <a:chExt cx="749633" cy="270685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749633" cy="270685"/>
              </a:xfrm>
              <a:custGeom>
                <a:avLst/>
                <a:gdLst/>
                <a:ahLst/>
                <a:cxnLst/>
                <a:rect r="r" b="b" t="t" l="l"/>
                <a:pathLst>
                  <a:path h="270685" w="749633">
                    <a:moveTo>
                      <a:pt x="46240" y="0"/>
                    </a:moveTo>
                    <a:lnTo>
                      <a:pt x="703393" y="0"/>
                    </a:lnTo>
                    <a:cubicBezTo>
                      <a:pt x="715657" y="0"/>
                      <a:pt x="727418" y="4872"/>
                      <a:pt x="736090" y="13544"/>
                    </a:cubicBezTo>
                    <a:cubicBezTo>
                      <a:pt x="744762" y="22215"/>
                      <a:pt x="749633" y="33977"/>
                      <a:pt x="749633" y="46240"/>
                    </a:cubicBezTo>
                    <a:lnTo>
                      <a:pt x="749633" y="224444"/>
                    </a:lnTo>
                    <a:cubicBezTo>
                      <a:pt x="749633" y="249982"/>
                      <a:pt x="728931" y="270685"/>
                      <a:pt x="703393" y="270685"/>
                    </a:cubicBezTo>
                    <a:lnTo>
                      <a:pt x="46240" y="270685"/>
                    </a:lnTo>
                    <a:cubicBezTo>
                      <a:pt x="33977" y="270685"/>
                      <a:pt x="22215" y="265813"/>
                      <a:pt x="13544" y="257141"/>
                    </a:cubicBezTo>
                    <a:cubicBezTo>
                      <a:pt x="4872" y="248469"/>
                      <a:pt x="0" y="236708"/>
                      <a:pt x="0" y="224444"/>
                    </a:cubicBezTo>
                    <a:lnTo>
                      <a:pt x="0" y="46240"/>
                    </a:lnTo>
                    <a:cubicBezTo>
                      <a:pt x="0" y="20703"/>
                      <a:pt x="20703" y="0"/>
                      <a:pt x="46240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47625"/>
                <a:ext cx="749633" cy="318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Settimana 2</a:t>
                </a:r>
              </a:p>
            </p:txBody>
          </p:sp>
        </p:grpSp>
      </p:grpSp>
      <p:sp>
        <p:nvSpPr>
          <p:cNvPr name="TextBox 86" id="86"/>
          <p:cNvSpPr txBox="true"/>
          <p:nvPr/>
        </p:nvSpPr>
        <p:spPr>
          <a:xfrm rot="0">
            <a:off x="5602186" y="4373709"/>
            <a:ext cx="13850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028700" y="7380170"/>
            <a:ext cx="6752004" cy="1027756"/>
            <a:chOff x="0" y="0"/>
            <a:chExt cx="9002671" cy="1370341"/>
          </a:xfrm>
        </p:grpSpPr>
        <p:grpSp>
          <p:nvGrpSpPr>
            <p:cNvPr name="Group 88" id="88"/>
            <p:cNvGrpSpPr/>
            <p:nvPr/>
          </p:nvGrpSpPr>
          <p:grpSpPr>
            <a:xfrm rot="0">
              <a:off x="4145703" y="15339"/>
              <a:ext cx="2333164" cy="1213931"/>
              <a:chOff x="0" y="0"/>
              <a:chExt cx="460872" cy="239789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F08C1A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669507" y="15339"/>
              <a:ext cx="2333164" cy="1213931"/>
              <a:chOff x="0" y="0"/>
              <a:chExt cx="460872" cy="239789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F08C1A"/>
                </a:solidFill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0"/>
              <a:ext cx="3795019" cy="1370341"/>
              <a:chOff x="0" y="0"/>
              <a:chExt cx="749633" cy="270685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749633" cy="270685"/>
              </a:xfrm>
              <a:custGeom>
                <a:avLst/>
                <a:gdLst/>
                <a:ahLst/>
                <a:cxnLst/>
                <a:rect r="r" b="b" t="t" l="l"/>
                <a:pathLst>
                  <a:path h="270685" w="749633">
                    <a:moveTo>
                      <a:pt x="46240" y="0"/>
                    </a:moveTo>
                    <a:lnTo>
                      <a:pt x="703393" y="0"/>
                    </a:lnTo>
                    <a:cubicBezTo>
                      <a:pt x="715657" y="0"/>
                      <a:pt x="727418" y="4872"/>
                      <a:pt x="736090" y="13544"/>
                    </a:cubicBezTo>
                    <a:cubicBezTo>
                      <a:pt x="744762" y="22215"/>
                      <a:pt x="749633" y="33977"/>
                      <a:pt x="749633" y="46240"/>
                    </a:cubicBezTo>
                    <a:lnTo>
                      <a:pt x="749633" y="224444"/>
                    </a:lnTo>
                    <a:cubicBezTo>
                      <a:pt x="749633" y="249982"/>
                      <a:pt x="728931" y="270685"/>
                      <a:pt x="703393" y="270685"/>
                    </a:cubicBezTo>
                    <a:lnTo>
                      <a:pt x="46240" y="270685"/>
                    </a:lnTo>
                    <a:cubicBezTo>
                      <a:pt x="33977" y="270685"/>
                      <a:pt x="22215" y="265813"/>
                      <a:pt x="13544" y="257141"/>
                    </a:cubicBezTo>
                    <a:cubicBezTo>
                      <a:pt x="4872" y="248469"/>
                      <a:pt x="0" y="236708"/>
                      <a:pt x="0" y="224444"/>
                    </a:cubicBezTo>
                    <a:lnTo>
                      <a:pt x="0" y="46240"/>
                    </a:lnTo>
                    <a:cubicBezTo>
                      <a:pt x="0" y="20703"/>
                      <a:pt x="20703" y="0"/>
                      <a:pt x="46240" y="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47625"/>
                <a:ext cx="749633" cy="318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Settimana 5</a:t>
                </a:r>
              </a:p>
            </p:txBody>
          </p:sp>
        </p:grpSp>
      </p:grpSp>
      <p:sp>
        <p:nvSpPr>
          <p:cNvPr name="TextBox 97" id="97"/>
          <p:cNvSpPr txBox="true"/>
          <p:nvPr/>
        </p:nvSpPr>
        <p:spPr>
          <a:xfrm rot="0">
            <a:off x="5489524" y="7459809"/>
            <a:ext cx="25349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29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498754" y="6431109"/>
            <a:ext cx="24409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22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028700" y="3107736"/>
            <a:ext cx="16195129" cy="1027756"/>
            <a:chOff x="0" y="0"/>
            <a:chExt cx="21593506" cy="1370341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4116424" y="156410"/>
              <a:ext cx="2333164" cy="1213931"/>
              <a:chOff x="0" y="0"/>
              <a:chExt cx="460872" cy="239789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6640229" y="156410"/>
              <a:ext cx="2333164" cy="1213931"/>
              <a:chOff x="0" y="0"/>
              <a:chExt cx="460872" cy="239789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164201" y="156410"/>
              <a:ext cx="2333164" cy="1213931"/>
              <a:chOff x="0" y="0"/>
              <a:chExt cx="460872" cy="239789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1687786" y="156410"/>
              <a:ext cx="2333164" cy="1213931"/>
              <a:chOff x="0" y="0"/>
              <a:chExt cx="460872" cy="239789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14212286" y="156410"/>
              <a:ext cx="2333164" cy="1213931"/>
              <a:chOff x="0" y="0"/>
              <a:chExt cx="460872" cy="239789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16736678" y="156410"/>
              <a:ext cx="2333164" cy="1213931"/>
              <a:chOff x="0" y="0"/>
              <a:chExt cx="460872" cy="239789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19260342" y="156410"/>
              <a:ext cx="2333164" cy="1213931"/>
              <a:chOff x="0" y="0"/>
              <a:chExt cx="460872" cy="239789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460872" cy="239789"/>
              </a:xfrm>
              <a:custGeom>
                <a:avLst/>
                <a:gdLst/>
                <a:ahLst/>
                <a:cxnLst/>
                <a:rect r="r" b="b" t="t" l="l"/>
                <a:pathLst>
                  <a:path h="239789" w="460872">
                    <a:moveTo>
                      <a:pt x="75213" y="0"/>
                    </a:moveTo>
                    <a:lnTo>
                      <a:pt x="385659" y="0"/>
                    </a:lnTo>
                    <a:cubicBezTo>
                      <a:pt x="427198" y="0"/>
                      <a:pt x="460872" y="33674"/>
                      <a:pt x="460872" y="75213"/>
                    </a:cubicBezTo>
                    <a:lnTo>
                      <a:pt x="460872" y="164576"/>
                    </a:lnTo>
                    <a:cubicBezTo>
                      <a:pt x="460872" y="206115"/>
                      <a:pt x="427198" y="239789"/>
                      <a:pt x="385659" y="239789"/>
                    </a:cubicBezTo>
                    <a:lnTo>
                      <a:pt x="75213" y="239789"/>
                    </a:lnTo>
                    <a:cubicBezTo>
                      <a:pt x="33674" y="239789"/>
                      <a:pt x="0" y="206115"/>
                      <a:pt x="0" y="164576"/>
                    </a:cubicBezTo>
                    <a:lnTo>
                      <a:pt x="0" y="75213"/>
                    </a:lnTo>
                    <a:cubicBezTo>
                      <a:pt x="0" y="33674"/>
                      <a:pt x="33674" y="0"/>
                      <a:pt x="75213" y="0"/>
                    </a:cubicBezTo>
                    <a:close/>
                  </a:path>
                </a:pathLst>
              </a:custGeom>
              <a:ln w="28575" cap="sq">
                <a:solidFill>
                  <a:srgbClr val="16BDD8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47625"/>
                <a:ext cx="460872" cy="287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0" y="0"/>
              <a:ext cx="3795019" cy="1370341"/>
              <a:chOff x="0" y="0"/>
              <a:chExt cx="749633" cy="270685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749633" cy="270685"/>
              </a:xfrm>
              <a:custGeom>
                <a:avLst/>
                <a:gdLst/>
                <a:ahLst/>
                <a:cxnLst/>
                <a:rect r="r" b="b" t="t" l="l"/>
                <a:pathLst>
                  <a:path h="270685" w="749633">
                    <a:moveTo>
                      <a:pt x="46240" y="0"/>
                    </a:moveTo>
                    <a:lnTo>
                      <a:pt x="703393" y="0"/>
                    </a:lnTo>
                    <a:cubicBezTo>
                      <a:pt x="715657" y="0"/>
                      <a:pt x="727418" y="4872"/>
                      <a:pt x="736090" y="13544"/>
                    </a:cubicBezTo>
                    <a:cubicBezTo>
                      <a:pt x="744762" y="22215"/>
                      <a:pt x="749633" y="33977"/>
                      <a:pt x="749633" y="46240"/>
                    </a:cubicBezTo>
                    <a:lnTo>
                      <a:pt x="749633" y="224444"/>
                    </a:lnTo>
                    <a:cubicBezTo>
                      <a:pt x="749633" y="249982"/>
                      <a:pt x="728931" y="270685"/>
                      <a:pt x="703393" y="270685"/>
                    </a:cubicBezTo>
                    <a:lnTo>
                      <a:pt x="46240" y="270685"/>
                    </a:lnTo>
                    <a:cubicBezTo>
                      <a:pt x="33977" y="270685"/>
                      <a:pt x="22215" y="265813"/>
                      <a:pt x="13544" y="257141"/>
                    </a:cubicBezTo>
                    <a:cubicBezTo>
                      <a:pt x="4872" y="248469"/>
                      <a:pt x="0" y="236708"/>
                      <a:pt x="0" y="224444"/>
                    </a:cubicBezTo>
                    <a:lnTo>
                      <a:pt x="0" y="46240"/>
                    </a:lnTo>
                    <a:cubicBezTo>
                      <a:pt x="0" y="20703"/>
                      <a:pt x="20703" y="0"/>
                      <a:pt x="46240" y="0"/>
                    </a:cubicBezTo>
                    <a:close/>
                  </a:path>
                </a:pathLst>
              </a:custGeom>
              <a:solidFill>
                <a:srgbClr val="16BDD8"/>
              </a:solid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47625"/>
                <a:ext cx="749633" cy="318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Settimana 1</a:t>
                </a:r>
              </a:p>
            </p:txBody>
          </p:sp>
        </p:grpSp>
      </p:grpSp>
      <p:sp>
        <p:nvSpPr>
          <p:cNvPr name="TextBox 124" id="124"/>
          <p:cNvSpPr txBox="true"/>
          <p:nvPr/>
        </p:nvSpPr>
        <p:spPr>
          <a:xfrm rot="0">
            <a:off x="5659193" y="3345009"/>
            <a:ext cx="8036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7367883" y="7459809"/>
            <a:ext cx="26867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30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418937" y="5402409"/>
            <a:ext cx="21652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502423" y="4373709"/>
            <a:ext cx="13145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7384856" y="6431109"/>
            <a:ext cx="25135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23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7511653" y="3345009"/>
            <a:ext cx="12204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262910" y="6431109"/>
            <a:ext cx="26674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24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309049" y="4373709"/>
            <a:ext cx="21972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397756" y="3345009"/>
            <a:ext cx="12931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9333605" y="5402409"/>
            <a:ext cx="19472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17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9445676" y="7478859"/>
            <a:ext cx="8036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1275666" y="3345009"/>
            <a:ext cx="14470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1161662" y="6431109"/>
            <a:ext cx="2609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1203038" y="5402409"/>
            <a:ext cx="2188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297993" y="7478859"/>
            <a:ext cx="12204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1260036" y="4373709"/>
            <a:ext cx="16073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174561" y="3345009"/>
            <a:ext cx="13893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3057737" y="6431109"/>
            <a:ext cx="25820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26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3103123" y="5402409"/>
            <a:ext cx="21181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19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184086" y="7478859"/>
            <a:ext cx="12931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3112353" y="4373709"/>
            <a:ext cx="20241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5062149" y="7478859"/>
            <a:ext cx="14470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947849" y="5402409"/>
            <a:ext cx="26140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20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5070636" y="3345009"/>
            <a:ext cx="1361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4998456" y="4373709"/>
            <a:ext cx="20968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4972262" y="6431109"/>
            <a:ext cx="23640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27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6876519" y="4373709"/>
            <a:ext cx="22506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6960901" y="7478859"/>
            <a:ext cx="13893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6841686" y="6431109"/>
            <a:ext cx="26054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28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6985009" y="3345009"/>
            <a:ext cx="11434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6898693" y="5402409"/>
            <a:ext cx="20241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21</a:t>
            </a:r>
          </a:p>
        </p:txBody>
      </p:sp>
      <p:grpSp>
        <p:nvGrpSpPr>
          <p:cNvPr name="Group 155" id="155"/>
          <p:cNvGrpSpPr/>
          <p:nvPr/>
        </p:nvGrpSpPr>
        <p:grpSpPr>
          <a:xfrm rot="0">
            <a:off x="5348105" y="755304"/>
            <a:ext cx="7591790" cy="1616421"/>
            <a:chOff x="0" y="0"/>
            <a:chExt cx="10122387" cy="2155228"/>
          </a:xfrm>
        </p:grpSpPr>
        <p:sp>
          <p:nvSpPr>
            <p:cNvPr name="TextBox 156" id="156"/>
            <p:cNvSpPr txBox="true"/>
            <p:nvPr/>
          </p:nvSpPr>
          <p:spPr>
            <a:xfrm rot="0">
              <a:off x="132502" y="748703"/>
              <a:ext cx="9857383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PRE-STEP 2: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Creazione delle Settimane</a:t>
              </a:r>
            </a:p>
          </p:txBody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sp>
        <p:nvSpPr>
          <p:cNvPr name="Freeform 160" id="160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2" id="162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3" id="163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66" id="166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67" id="167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66" t="-65756" r="-30069" b="-81441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1076" y="5157740"/>
            <a:ext cx="9112244" cy="3911594"/>
            <a:chOff x="0" y="0"/>
            <a:chExt cx="12149658" cy="521545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108200" y="0"/>
              <a:ext cx="177800" cy="177800"/>
              <a:chOff x="0" y="0"/>
              <a:chExt cx="133350" cy="1333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3477" cy="133350"/>
              </a:xfrm>
              <a:custGeom>
                <a:avLst/>
                <a:gdLst/>
                <a:ahLst/>
                <a:cxnLst/>
                <a:rect r="r" b="b" t="t" l="l"/>
                <a:pathLst>
                  <a:path h="133350" w="133477">
                    <a:moveTo>
                      <a:pt x="0" y="85725"/>
                    </a:moveTo>
                    <a:lnTo>
                      <a:pt x="0" y="47625"/>
                    </a:lnTo>
                    <a:cubicBezTo>
                      <a:pt x="0" y="41275"/>
                      <a:pt x="1270" y="35179"/>
                      <a:pt x="3683" y="29337"/>
                    </a:cubicBezTo>
                    <a:cubicBezTo>
                      <a:pt x="6096" y="23495"/>
                      <a:pt x="9525" y="18415"/>
                      <a:pt x="13970" y="13843"/>
                    </a:cubicBezTo>
                    <a:cubicBezTo>
                      <a:pt x="18415" y="9271"/>
                      <a:pt x="23622" y="6096"/>
                      <a:pt x="29337" y="3556"/>
                    </a:cubicBezTo>
                    <a:cubicBezTo>
                      <a:pt x="35052" y="1016"/>
                      <a:pt x="41275" y="0"/>
                      <a:pt x="47625" y="0"/>
                    </a:cubicBezTo>
                    <a:lnTo>
                      <a:pt x="85725" y="0"/>
                    </a:lnTo>
                    <a:cubicBezTo>
                      <a:pt x="92075" y="0"/>
                      <a:pt x="98171" y="1270"/>
                      <a:pt x="104013" y="3556"/>
                    </a:cubicBezTo>
                    <a:cubicBezTo>
                      <a:pt x="109855" y="5842"/>
                      <a:pt x="114935" y="9398"/>
                      <a:pt x="119507" y="13843"/>
                    </a:cubicBezTo>
                    <a:cubicBezTo>
                      <a:pt x="124079" y="18288"/>
                      <a:pt x="127381" y="23495"/>
                      <a:pt x="129794" y="29337"/>
                    </a:cubicBezTo>
                    <a:cubicBezTo>
                      <a:pt x="132207" y="35179"/>
                      <a:pt x="133477" y="41275"/>
                      <a:pt x="133477" y="47625"/>
                    </a:cubicBezTo>
                    <a:lnTo>
                      <a:pt x="133477" y="85725"/>
                    </a:lnTo>
                    <a:cubicBezTo>
                      <a:pt x="133477" y="92075"/>
                      <a:pt x="132207" y="98044"/>
                      <a:pt x="129794" y="103886"/>
                    </a:cubicBezTo>
                    <a:cubicBezTo>
                      <a:pt x="127381" y="109728"/>
                      <a:pt x="123952" y="114808"/>
                      <a:pt x="119507" y="119380"/>
                    </a:cubicBezTo>
                    <a:cubicBezTo>
                      <a:pt x="115062" y="123952"/>
                      <a:pt x="109855" y="127254"/>
                      <a:pt x="104013" y="129667"/>
                    </a:cubicBezTo>
                    <a:cubicBezTo>
                      <a:pt x="98171" y="132080"/>
                      <a:pt x="92075" y="133223"/>
                      <a:pt x="85725" y="133350"/>
                    </a:cubicBezTo>
                    <a:lnTo>
                      <a:pt x="47625" y="133350"/>
                    </a:lnTo>
                    <a:cubicBezTo>
                      <a:pt x="41275" y="133350"/>
                      <a:pt x="35179" y="132080"/>
                      <a:pt x="29337" y="129667"/>
                    </a:cubicBezTo>
                    <a:cubicBezTo>
                      <a:pt x="23495" y="127254"/>
                      <a:pt x="18415" y="123825"/>
                      <a:pt x="13970" y="119380"/>
                    </a:cubicBezTo>
                    <a:cubicBezTo>
                      <a:pt x="9525" y="114935"/>
                      <a:pt x="6096" y="109728"/>
                      <a:pt x="3683" y="103886"/>
                    </a:cubicBezTo>
                    <a:cubicBezTo>
                      <a:pt x="1270" y="98044"/>
                      <a:pt x="0" y="92075"/>
                      <a:pt x="0" y="85725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4864100" y="0"/>
              <a:ext cx="177800" cy="177800"/>
              <a:chOff x="0" y="0"/>
              <a:chExt cx="133350" cy="1333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3477" cy="133350"/>
              </a:xfrm>
              <a:custGeom>
                <a:avLst/>
                <a:gdLst/>
                <a:ahLst/>
                <a:cxnLst/>
                <a:rect r="r" b="b" t="t" l="l"/>
                <a:pathLst>
                  <a:path h="133350" w="133477">
                    <a:moveTo>
                      <a:pt x="0" y="85725"/>
                    </a:moveTo>
                    <a:lnTo>
                      <a:pt x="0" y="47625"/>
                    </a:lnTo>
                    <a:cubicBezTo>
                      <a:pt x="0" y="41275"/>
                      <a:pt x="1270" y="35179"/>
                      <a:pt x="3683" y="29337"/>
                    </a:cubicBezTo>
                    <a:cubicBezTo>
                      <a:pt x="6096" y="23495"/>
                      <a:pt x="9525" y="18415"/>
                      <a:pt x="13970" y="13843"/>
                    </a:cubicBezTo>
                    <a:cubicBezTo>
                      <a:pt x="18415" y="9271"/>
                      <a:pt x="23622" y="6096"/>
                      <a:pt x="29337" y="3556"/>
                    </a:cubicBezTo>
                    <a:cubicBezTo>
                      <a:pt x="35052" y="1016"/>
                      <a:pt x="41275" y="0"/>
                      <a:pt x="47625" y="0"/>
                    </a:cubicBezTo>
                    <a:lnTo>
                      <a:pt x="85725" y="0"/>
                    </a:lnTo>
                    <a:cubicBezTo>
                      <a:pt x="92075" y="0"/>
                      <a:pt x="98171" y="1270"/>
                      <a:pt x="104013" y="3556"/>
                    </a:cubicBezTo>
                    <a:cubicBezTo>
                      <a:pt x="109855" y="5842"/>
                      <a:pt x="114935" y="9398"/>
                      <a:pt x="119507" y="13843"/>
                    </a:cubicBezTo>
                    <a:cubicBezTo>
                      <a:pt x="124079" y="18288"/>
                      <a:pt x="127381" y="23495"/>
                      <a:pt x="129794" y="29337"/>
                    </a:cubicBezTo>
                    <a:cubicBezTo>
                      <a:pt x="132207" y="35179"/>
                      <a:pt x="133477" y="41275"/>
                      <a:pt x="133477" y="47625"/>
                    </a:cubicBezTo>
                    <a:lnTo>
                      <a:pt x="133477" y="85725"/>
                    </a:lnTo>
                    <a:cubicBezTo>
                      <a:pt x="133477" y="92075"/>
                      <a:pt x="132207" y="98044"/>
                      <a:pt x="129794" y="103886"/>
                    </a:cubicBezTo>
                    <a:cubicBezTo>
                      <a:pt x="127381" y="109728"/>
                      <a:pt x="123952" y="114808"/>
                      <a:pt x="119507" y="119380"/>
                    </a:cubicBezTo>
                    <a:cubicBezTo>
                      <a:pt x="115062" y="123952"/>
                      <a:pt x="109855" y="127254"/>
                      <a:pt x="104013" y="129667"/>
                    </a:cubicBezTo>
                    <a:cubicBezTo>
                      <a:pt x="98171" y="132080"/>
                      <a:pt x="92075" y="133223"/>
                      <a:pt x="85725" y="133350"/>
                    </a:cubicBezTo>
                    <a:lnTo>
                      <a:pt x="47625" y="133350"/>
                    </a:lnTo>
                    <a:cubicBezTo>
                      <a:pt x="41275" y="133350"/>
                      <a:pt x="35179" y="132080"/>
                      <a:pt x="29337" y="129667"/>
                    </a:cubicBezTo>
                    <a:cubicBezTo>
                      <a:pt x="23495" y="127254"/>
                      <a:pt x="18415" y="123825"/>
                      <a:pt x="13970" y="119380"/>
                    </a:cubicBezTo>
                    <a:cubicBezTo>
                      <a:pt x="9525" y="114935"/>
                      <a:pt x="6096" y="109728"/>
                      <a:pt x="3683" y="103886"/>
                    </a:cubicBezTo>
                    <a:cubicBezTo>
                      <a:pt x="1270" y="98044"/>
                      <a:pt x="0" y="92075"/>
                      <a:pt x="0" y="85725"/>
                    </a:cubicBezTo>
                    <a:close/>
                  </a:path>
                </a:pathLst>
              </a:custGeom>
              <a:solidFill>
                <a:srgbClr val="7C5CFC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7670800" y="0"/>
              <a:ext cx="177800" cy="177800"/>
              <a:chOff x="0" y="0"/>
              <a:chExt cx="133350" cy="1333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3350" cy="133350"/>
              </a:xfrm>
              <a:custGeom>
                <a:avLst/>
                <a:gdLst/>
                <a:ahLst/>
                <a:cxnLst/>
                <a:rect r="r" b="b" t="t" l="l"/>
                <a:pathLst>
                  <a:path h="133350" w="133350">
                    <a:moveTo>
                      <a:pt x="0" y="85725"/>
                    </a:moveTo>
                    <a:lnTo>
                      <a:pt x="0" y="47625"/>
                    </a:lnTo>
                    <a:cubicBezTo>
                      <a:pt x="0" y="41275"/>
                      <a:pt x="1270" y="35179"/>
                      <a:pt x="3683" y="29337"/>
                    </a:cubicBezTo>
                    <a:cubicBezTo>
                      <a:pt x="6096" y="23495"/>
                      <a:pt x="9525" y="18415"/>
                      <a:pt x="13970" y="13843"/>
                    </a:cubicBezTo>
                    <a:cubicBezTo>
                      <a:pt x="18415" y="9271"/>
                      <a:pt x="23622" y="6096"/>
                      <a:pt x="29337" y="3556"/>
                    </a:cubicBezTo>
                    <a:cubicBezTo>
                      <a:pt x="35052" y="1016"/>
                      <a:pt x="41275" y="0"/>
                      <a:pt x="47625" y="0"/>
                    </a:cubicBezTo>
                    <a:lnTo>
                      <a:pt x="85725" y="0"/>
                    </a:lnTo>
                    <a:cubicBezTo>
                      <a:pt x="92075" y="0"/>
                      <a:pt x="98171" y="1270"/>
                      <a:pt x="103886" y="3556"/>
                    </a:cubicBezTo>
                    <a:cubicBezTo>
                      <a:pt x="109601" y="5842"/>
                      <a:pt x="114808" y="9398"/>
                      <a:pt x="119380" y="13843"/>
                    </a:cubicBezTo>
                    <a:cubicBezTo>
                      <a:pt x="123952" y="18288"/>
                      <a:pt x="127254" y="23495"/>
                      <a:pt x="129667" y="29337"/>
                    </a:cubicBezTo>
                    <a:cubicBezTo>
                      <a:pt x="132080" y="35179"/>
                      <a:pt x="133350" y="41275"/>
                      <a:pt x="133350" y="47625"/>
                    </a:cubicBezTo>
                    <a:lnTo>
                      <a:pt x="133350" y="85725"/>
                    </a:lnTo>
                    <a:cubicBezTo>
                      <a:pt x="133350" y="92075"/>
                      <a:pt x="132080" y="98044"/>
                      <a:pt x="129667" y="103886"/>
                    </a:cubicBezTo>
                    <a:cubicBezTo>
                      <a:pt x="127254" y="109728"/>
                      <a:pt x="123825" y="114808"/>
                      <a:pt x="119380" y="119380"/>
                    </a:cubicBezTo>
                    <a:cubicBezTo>
                      <a:pt x="114935" y="123952"/>
                      <a:pt x="109728" y="127254"/>
                      <a:pt x="103886" y="129667"/>
                    </a:cubicBezTo>
                    <a:cubicBezTo>
                      <a:pt x="98044" y="132080"/>
                      <a:pt x="91948" y="133223"/>
                      <a:pt x="85725" y="133350"/>
                    </a:cubicBezTo>
                    <a:lnTo>
                      <a:pt x="47625" y="133350"/>
                    </a:lnTo>
                    <a:cubicBezTo>
                      <a:pt x="41275" y="133350"/>
                      <a:pt x="35179" y="132080"/>
                      <a:pt x="29337" y="129667"/>
                    </a:cubicBezTo>
                    <a:cubicBezTo>
                      <a:pt x="23495" y="127254"/>
                      <a:pt x="18415" y="123825"/>
                      <a:pt x="13970" y="119380"/>
                    </a:cubicBezTo>
                    <a:cubicBezTo>
                      <a:pt x="9525" y="114935"/>
                      <a:pt x="6096" y="109728"/>
                      <a:pt x="3683" y="103886"/>
                    </a:cubicBezTo>
                    <a:cubicBezTo>
                      <a:pt x="1270" y="98044"/>
                      <a:pt x="0" y="92075"/>
                      <a:pt x="0" y="85725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375900" y="0"/>
              <a:ext cx="177800" cy="177800"/>
              <a:chOff x="0" y="0"/>
              <a:chExt cx="133350" cy="1333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3350" cy="133350"/>
              </a:xfrm>
              <a:custGeom>
                <a:avLst/>
                <a:gdLst/>
                <a:ahLst/>
                <a:cxnLst/>
                <a:rect r="r" b="b" t="t" l="l"/>
                <a:pathLst>
                  <a:path h="133350" w="133350">
                    <a:moveTo>
                      <a:pt x="0" y="85725"/>
                    </a:moveTo>
                    <a:lnTo>
                      <a:pt x="0" y="47625"/>
                    </a:lnTo>
                    <a:cubicBezTo>
                      <a:pt x="0" y="41275"/>
                      <a:pt x="1270" y="35179"/>
                      <a:pt x="3683" y="29337"/>
                    </a:cubicBezTo>
                    <a:cubicBezTo>
                      <a:pt x="6096" y="23495"/>
                      <a:pt x="9525" y="18415"/>
                      <a:pt x="13970" y="13843"/>
                    </a:cubicBezTo>
                    <a:cubicBezTo>
                      <a:pt x="18415" y="9271"/>
                      <a:pt x="23622" y="6096"/>
                      <a:pt x="29337" y="3556"/>
                    </a:cubicBezTo>
                    <a:cubicBezTo>
                      <a:pt x="35052" y="1016"/>
                      <a:pt x="41275" y="0"/>
                      <a:pt x="47625" y="0"/>
                    </a:cubicBezTo>
                    <a:lnTo>
                      <a:pt x="85725" y="0"/>
                    </a:lnTo>
                    <a:cubicBezTo>
                      <a:pt x="92075" y="0"/>
                      <a:pt x="98171" y="1270"/>
                      <a:pt x="103886" y="3556"/>
                    </a:cubicBezTo>
                    <a:cubicBezTo>
                      <a:pt x="109601" y="5842"/>
                      <a:pt x="114808" y="9398"/>
                      <a:pt x="119380" y="13843"/>
                    </a:cubicBezTo>
                    <a:cubicBezTo>
                      <a:pt x="123952" y="18288"/>
                      <a:pt x="127254" y="23495"/>
                      <a:pt x="129667" y="29337"/>
                    </a:cubicBezTo>
                    <a:cubicBezTo>
                      <a:pt x="132080" y="35179"/>
                      <a:pt x="133350" y="41275"/>
                      <a:pt x="133350" y="47625"/>
                    </a:cubicBezTo>
                    <a:lnTo>
                      <a:pt x="133350" y="85725"/>
                    </a:lnTo>
                    <a:cubicBezTo>
                      <a:pt x="133350" y="92075"/>
                      <a:pt x="132080" y="98044"/>
                      <a:pt x="129667" y="103886"/>
                    </a:cubicBezTo>
                    <a:cubicBezTo>
                      <a:pt x="127254" y="109728"/>
                      <a:pt x="123825" y="114808"/>
                      <a:pt x="119380" y="119380"/>
                    </a:cubicBezTo>
                    <a:cubicBezTo>
                      <a:pt x="114935" y="123952"/>
                      <a:pt x="109728" y="127254"/>
                      <a:pt x="103886" y="129667"/>
                    </a:cubicBezTo>
                    <a:cubicBezTo>
                      <a:pt x="98044" y="132080"/>
                      <a:pt x="91948" y="133223"/>
                      <a:pt x="85725" y="133350"/>
                    </a:cubicBezTo>
                    <a:lnTo>
                      <a:pt x="47625" y="133350"/>
                    </a:lnTo>
                    <a:cubicBezTo>
                      <a:pt x="41275" y="133350"/>
                      <a:pt x="35179" y="132080"/>
                      <a:pt x="29337" y="129667"/>
                    </a:cubicBezTo>
                    <a:cubicBezTo>
                      <a:pt x="23495" y="127254"/>
                      <a:pt x="18415" y="123825"/>
                      <a:pt x="13970" y="119380"/>
                    </a:cubicBezTo>
                    <a:cubicBezTo>
                      <a:pt x="9525" y="114935"/>
                      <a:pt x="6096" y="109728"/>
                      <a:pt x="3683" y="103886"/>
                    </a:cubicBezTo>
                    <a:cubicBezTo>
                      <a:pt x="1270" y="98044"/>
                      <a:pt x="0" y="92075"/>
                      <a:pt x="0" y="85725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286929" y="321729"/>
              <a:ext cx="10862729" cy="4893729"/>
            </a:xfrm>
            <a:custGeom>
              <a:avLst/>
              <a:gdLst/>
              <a:ahLst/>
              <a:cxnLst/>
              <a:rect r="r" b="b" t="t" l="l"/>
              <a:pathLst>
                <a:path h="4893729" w="10862729">
                  <a:moveTo>
                    <a:pt x="0" y="0"/>
                  </a:moveTo>
                  <a:lnTo>
                    <a:pt x="10862729" y="0"/>
                  </a:lnTo>
                  <a:lnTo>
                    <a:pt x="10862729" y="4893729"/>
                  </a:lnTo>
                  <a:lnTo>
                    <a:pt x="0" y="4893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392756" y="-37363"/>
              <a:ext cx="81142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Cardio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146472" y="-37363"/>
              <a:ext cx="7244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Neuro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954569" y="-37363"/>
              <a:ext cx="526263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Orto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653319" y="-37363"/>
              <a:ext cx="55168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465180"/>
              <a:ext cx="721639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b="true" sz="1425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 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245980"/>
              <a:ext cx="703923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b="true" sz="1425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 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026780"/>
              <a:ext cx="695554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b="true" sz="1425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 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07580"/>
              <a:ext cx="64756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b="true" sz="1425">
                  <a:solidFill>
                    <a:srgbClr val="3A4D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161469" y="4800496"/>
            <a:ext cx="7515455" cy="3595440"/>
            <a:chOff x="0" y="0"/>
            <a:chExt cx="10020607" cy="4793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2705" cy="4576109"/>
            </a:xfrm>
            <a:custGeom>
              <a:avLst/>
              <a:gdLst/>
              <a:ahLst/>
              <a:cxnLst/>
              <a:rect r="r" b="b" t="t" l="l"/>
              <a:pathLst>
                <a:path h="4576109" w="862705">
                  <a:moveTo>
                    <a:pt x="0" y="0"/>
                  </a:moveTo>
                  <a:lnTo>
                    <a:pt x="862705" y="0"/>
                  </a:lnTo>
                  <a:lnTo>
                    <a:pt x="862705" y="4576109"/>
                  </a:lnTo>
                  <a:lnTo>
                    <a:pt x="0" y="4576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1022129" y="2611578"/>
              <a:ext cx="689230" cy="407912"/>
              <a:chOff x="0" y="0"/>
              <a:chExt cx="466725" cy="2762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6725" cy="276225"/>
              </a:xfrm>
              <a:custGeom>
                <a:avLst/>
                <a:gdLst/>
                <a:ahLst/>
                <a:cxnLst/>
                <a:rect r="r" b="b" t="t" l="l"/>
                <a:pathLst>
                  <a:path h="276225" w="466725">
                    <a:moveTo>
                      <a:pt x="0" y="138176"/>
                    </a:moveTo>
                    <a:cubicBezTo>
                      <a:pt x="0" y="129159"/>
                      <a:pt x="889" y="120142"/>
                      <a:pt x="2667" y="111252"/>
                    </a:cubicBezTo>
                    <a:cubicBezTo>
                      <a:pt x="4445" y="102362"/>
                      <a:pt x="6985" y="93599"/>
                      <a:pt x="10541" y="85217"/>
                    </a:cubicBezTo>
                    <a:cubicBezTo>
                      <a:pt x="14097" y="76835"/>
                      <a:pt x="18288" y="68834"/>
                      <a:pt x="23368" y="61341"/>
                    </a:cubicBezTo>
                    <a:cubicBezTo>
                      <a:pt x="28448" y="53848"/>
                      <a:pt x="34163" y="46863"/>
                      <a:pt x="40513" y="40386"/>
                    </a:cubicBezTo>
                    <a:cubicBezTo>
                      <a:pt x="46863" y="33909"/>
                      <a:pt x="53848" y="28194"/>
                      <a:pt x="61468" y="23241"/>
                    </a:cubicBezTo>
                    <a:cubicBezTo>
                      <a:pt x="69088" y="18288"/>
                      <a:pt x="76962" y="13970"/>
                      <a:pt x="85344" y="10541"/>
                    </a:cubicBezTo>
                    <a:cubicBezTo>
                      <a:pt x="93726" y="7112"/>
                      <a:pt x="102235" y="4445"/>
                      <a:pt x="111125" y="2667"/>
                    </a:cubicBezTo>
                    <a:cubicBezTo>
                      <a:pt x="120015" y="889"/>
                      <a:pt x="129032" y="0"/>
                      <a:pt x="138176" y="0"/>
                    </a:cubicBezTo>
                    <a:lnTo>
                      <a:pt x="328676" y="0"/>
                    </a:lnTo>
                    <a:cubicBezTo>
                      <a:pt x="337693" y="0"/>
                      <a:pt x="346710" y="889"/>
                      <a:pt x="355600" y="2667"/>
                    </a:cubicBezTo>
                    <a:cubicBezTo>
                      <a:pt x="364490" y="4445"/>
                      <a:pt x="373126" y="6985"/>
                      <a:pt x="381508" y="10541"/>
                    </a:cubicBezTo>
                    <a:cubicBezTo>
                      <a:pt x="389890" y="14097"/>
                      <a:pt x="397891" y="18288"/>
                      <a:pt x="405384" y="23241"/>
                    </a:cubicBezTo>
                    <a:cubicBezTo>
                      <a:pt x="412877" y="28194"/>
                      <a:pt x="419862" y="34036"/>
                      <a:pt x="426339" y="40386"/>
                    </a:cubicBezTo>
                    <a:cubicBezTo>
                      <a:pt x="432816" y="46736"/>
                      <a:pt x="438531" y="53721"/>
                      <a:pt x="443484" y="61341"/>
                    </a:cubicBezTo>
                    <a:cubicBezTo>
                      <a:pt x="448437" y="68961"/>
                      <a:pt x="452755" y="76835"/>
                      <a:pt x="456184" y="85217"/>
                    </a:cubicBezTo>
                    <a:cubicBezTo>
                      <a:pt x="459613" y="93599"/>
                      <a:pt x="462280" y="102235"/>
                      <a:pt x="464058" y="111125"/>
                    </a:cubicBezTo>
                    <a:cubicBezTo>
                      <a:pt x="465836" y="120015"/>
                      <a:pt x="466725" y="129032"/>
                      <a:pt x="466725" y="138049"/>
                    </a:cubicBezTo>
                    <a:cubicBezTo>
                      <a:pt x="466725" y="147066"/>
                      <a:pt x="465836" y="156083"/>
                      <a:pt x="464058" y="164973"/>
                    </a:cubicBezTo>
                    <a:cubicBezTo>
                      <a:pt x="462280" y="173863"/>
                      <a:pt x="459613" y="182499"/>
                      <a:pt x="456184" y="190881"/>
                    </a:cubicBezTo>
                    <a:cubicBezTo>
                      <a:pt x="452755" y="199263"/>
                      <a:pt x="448437" y="207264"/>
                      <a:pt x="443484" y="214757"/>
                    </a:cubicBezTo>
                    <a:cubicBezTo>
                      <a:pt x="438531" y="222250"/>
                      <a:pt x="432689" y="229235"/>
                      <a:pt x="426339" y="235712"/>
                    </a:cubicBezTo>
                    <a:cubicBezTo>
                      <a:pt x="419989" y="242189"/>
                      <a:pt x="413004" y="247904"/>
                      <a:pt x="405384" y="252857"/>
                    </a:cubicBezTo>
                    <a:cubicBezTo>
                      <a:pt x="397764" y="257810"/>
                      <a:pt x="389890" y="262128"/>
                      <a:pt x="381508" y="265684"/>
                    </a:cubicBezTo>
                    <a:cubicBezTo>
                      <a:pt x="373126" y="269240"/>
                      <a:pt x="364490" y="271780"/>
                      <a:pt x="355600" y="273558"/>
                    </a:cubicBezTo>
                    <a:cubicBezTo>
                      <a:pt x="346710" y="275336"/>
                      <a:pt x="337693" y="276225"/>
                      <a:pt x="328676" y="276225"/>
                    </a:cubicBezTo>
                    <a:lnTo>
                      <a:pt x="138176" y="276225"/>
                    </a:lnTo>
                    <a:cubicBezTo>
                      <a:pt x="129159" y="276225"/>
                      <a:pt x="120142" y="275336"/>
                      <a:pt x="111252" y="273558"/>
                    </a:cubicBezTo>
                    <a:cubicBezTo>
                      <a:pt x="102362" y="271780"/>
                      <a:pt x="93726" y="269113"/>
                      <a:pt x="85344" y="265684"/>
                    </a:cubicBezTo>
                    <a:cubicBezTo>
                      <a:pt x="76962" y="262255"/>
                      <a:pt x="68961" y="257937"/>
                      <a:pt x="61468" y="252857"/>
                    </a:cubicBezTo>
                    <a:cubicBezTo>
                      <a:pt x="53975" y="247777"/>
                      <a:pt x="46990" y="242062"/>
                      <a:pt x="40513" y="235712"/>
                    </a:cubicBezTo>
                    <a:cubicBezTo>
                      <a:pt x="34036" y="229362"/>
                      <a:pt x="28321" y="222377"/>
                      <a:pt x="23368" y="214757"/>
                    </a:cubicBezTo>
                    <a:cubicBezTo>
                      <a:pt x="18415" y="207137"/>
                      <a:pt x="13970" y="199390"/>
                      <a:pt x="10541" y="191008"/>
                    </a:cubicBezTo>
                    <a:cubicBezTo>
                      <a:pt x="7112" y="182626"/>
                      <a:pt x="4445" y="173990"/>
                      <a:pt x="2667" y="165100"/>
                    </a:cubicBezTo>
                    <a:cubicBezTo>
                      <a:pt x="889" y="156210"/>
                      <a:pt x="0" y="147193"/>
                      <a:pt x="0" y="138176"/>
                    </a:cubicBezTo>
                    <a:close/>
                  </a:path>
                </a:pathLst>
              </a:custGeom>
              <a:solidFill>
                <a:srgbClr val="EAF1FE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22129" y="1570700"/>
              <a:ext cx="534505" cy="407912"/>
              <a:chOff x="0" y="0"/>
              <a:chExt cx="361950" cy="2762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62077" cy="276098"/>
              </a:xfrm>
              <a:custGeom>
                <a:avLst/>
                <a:gdLst/>
                <a:ahLst/>
                <a:cxnLst/>
                <a:rect r="r" b="b" t="t" l="l"/>
                <a:pathLst>
                  <a:path h="276098" w="362077">
                    <a:moveTo>
                      <a:pt x="0" y="138176"/>
                    </a:moveTo>
                    <a:cubicBezTo>
                      <a:pt x="0" y="129159"/>
                      <a:pt x="889" y="120142"/>
                      <a:pt x="2667" y="111252"/>
                    </a:cubicBezTo>
                    <a:cubicBezTo>
                      <a:pt x="4445" y="102362"/>
                      <a:pt x="6985" y="93599"/>
                      <a:pt x="10541" y="85217"/>
                    </a:cubicBezTo>
                    <a:cubicBezTo>
                      <a:pt x="14097" y="76835"/>
                      <a:pt x="18288" y="68834"/>
                      <a:pt x="23368" y="61341"/>
                    </a:cubicBezTo>
                    <a:cubicBezTo>
                      <a:pt x="28448" y="53848"/>
                      <a:pt x="34163" y="46863"/>
                      <a:pt x="40513" y="40386"/>
                    </a:cubicBezTo>
                    <a:cubicBezTo>
                      <a:pt x="46863" y="33909"/>
                      <a:pt x="53848" y="28194"/>
                      <a:pt x="61468" y="23241"/>
                    </a:cubicBezTo>
                    <a:cubicBezTo>
                      <a:pt x="69088" y="18288"/>
                      <a:pt x="76962" y="13970"/>
                      <a:pt x="85344" y="10541"/>
                    </a:cubicBezTo>
                    <a:cubicBezTo>
                      <a:pt x="93726" y="7112"/>
                      <a:pt x="102235" y="4445"/>
                      <a:pt x="111125" y="2667"/>
                    </a:cubicBezTo>
                    <a:cubicBezTo>
                      <a:pt x="120015" y="889"/>
                      <a:pt x="129032" y="0"/>
                      <a:pt x="138176" y="0"/>
                    </a:cubicBezTo>
                    <a:lnTo>
                      <a:pt x="223901" y="0"/>
                    </a:lnTo>
                    <a:cubicBezTo>
                      <a:pt x="232918" y="0"/>
                      <a:pt x="241935" y="889"/>
                      <a:pt x="250825" y="2667"/>
                    </a:cubicBezTo>
                    <a:cubicBezTo>
                      <a:pt x="259715" y="4445"/>
                      <a:pt x="268351" y="6985"/>
                      <a:pt x="276733" y="10541"/>
                    </a:cubicBezTo>
                    <a:cubicBezTo>
                      <a:pt x="285115" y="14097"/>
                      <a:pt x="293116" y="18288"/>
                      <a:pt x="300609" y="23241"/>
                    </a:cubicBezTo>
                    <a:cubicBezTo>
                      <a:pt x="308102" y="28194"/>
                      <a:pt x="315087" y="34036"/>
                      <a:pt x="321564" y="40386"/>
                    </a:cubicBezTo>
                    <a:cubicBezTo>
                      <a:pt x="328041" y="46736"/>
                      <a:pt x="333756" y="53721"/>
                      <a:pt x="338709" y="61341"/>
                    </a:cubicBezTo>
                    <a:cubicBezTo>
                      <a:pt x="343662" y="68961"/>
                      <a:pt x="347980" y="76835"/>
                      <a:pt x="351536" y="85217"/>
                    </a:cubicBezTo>
                    <a:cubicBezTo>
                      <a:pt x="355092" y="93599"/>
                      <a:pt x="357632" y="102235"/>
                      <a:pt x="359410" y="111125"/>
                    </a:cubicBezTo>
                    <a:cubicBezTo>
                      <a:pt x="361188" y="120015"/>
                      <a:pt x="362077" y="129032"/>
                      <a:pt x="362077" y="138049"/>
                    </a:cubicBezTo>
                    <a:cubicBezTo>
                      <a:pt x="362077" y="147066"/>
                      <a:pt x="361188" y="156083"/>
                      <a:pt x="359410" y="164973"/>
                    </a:cubicBezTo>
                    <a:cubicBezTo>
                      <a:pt x="357632" y="173863"/>
                      <a:pt x="354965" y="182499"/>
                      <a:pt x="351536" y="190881"/>
                    </a:cubicBezTo>
                    <a:cubicBezTo>
                      <a:pt x="348107" y="199263"/>
                      <a:pt x="343789" y="207264"/>
                      <a:pt x="338709" y="214757"/>
                    </a:cubicBezTo>
                    <a:cubicBezTo>
                      <a:pt x="333629" y="222250"/>
                      <a:pt x="327914" y="229235"/>
                      <a:pt x="321564" y="235712"/>
                    </a:cubicBezTo>
                    <a:cubicBezTo>
                      <a:pt x="315214" y="242189"/>
                      <a:pt x="308229" y="247904"/>
                      <a:pt x="300609" y="252857"/>
                    </a:cubicBezTo>
                    <a:cubicBezTo>
                      <a:pt x="292989" y="257810"/>
                      <a:pt x="285115" y="262128"/>
                      <a:pt x="276733" y="265557"/>
                    </a:cubicBezTo>
                    <a:cubicBezTo>
                      <a:pt x="268351" y="268986"/>
                      <a:pt x="259715" y="271653"/>
                      <a:pt x="250825" y="273431"/>
                    </a:cubicBezTo>
                    <a:cubicBezTo>
                      <a:pt x="241935" y="275209"/>
                      <a:pt x="232918" y="276098"/>
                      <a:pt x="223901" y="276098"/>
                    </a:cubicBezTo>
                    <a:lnTo>
                      <a:pt x="138176" y="276098"/>
                    </a:lnTo>
                    <a:cubicBezTo>
                      <a:pt x="129159" y="276098"/>
                      <a:pt x="120142" y="275209"/>
                      <a:pt x="111252" y="273431"/>
                    </a:cubicBezTo>
                    <a:cubicBezTo>
                      <a:pt x="102362" y="271653"/>
                      <a:pt x="93726" y="268986"/>
                      <a:pt x="85344" y="265557"/>
                    </a:cubicBezTo>
                    <a:cubicBezTo>
                      <a:pt x="76962" y="262128"/>
                      <a:pt x="68961" y="257810"/>
                      <a:pt x="61468" y="252857"/>
                    </a:cubicBezTo>
                    <a:cubicBezTo>
                      <a:pt x="53975" y="247904"/>
                      <a:pt x="46990" y="242062"/>
                      <a:pt x="40513" y="235712"/>
                    </a:cubicBezTo>
                    <a:cubicBezTo>
                      <a:pt x="34036" y="229362"/>
                      <a:pt x="28321" y="222377"/>
                      <a:pt x="23368" y="214757"/>
                    </a:cubicBezTo>
                    <a:cubicBezTo>
                      <a:pt x="18415" y="207137"/>
                      <a:pt x="13970" y="199390"/>
                      <a:pt x="10541" y="191008"/>
                    </a:cubicBezTo>
                    <a:cubicBezTo>
                      <a:pt x="7112" y="182626"/>
                      <a:pt x="4445" y="173990"/>
                      <a:pt x="2667" y="165100"/>
                    </a:cubicBezTo>
                    <a:cubicBezTo>
                      <a:pt x="889" y="156210"/>
                      <a:pt x="0" y="147193"/>
                      <a:pt x="0" y="138176"/>
                    </a:cubicBezTo>
                    <a:close/>
                  </a:path>
                </a:pathLst>
              </a:custGeom>
              <a:solidFill>
                <a:srgbClr val="E4F5EC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563006" y="1567903"/>
              <a:ext cx="6823731" cy="42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 salta il reparto — il vincolo è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già soddisfatto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20595" y="3959110"/>
              <a:ext cx="7781326" cy="42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Trovato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→ piazza e rimuovi dalla lista.  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Non trovato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20595" y="4367022"/>
              <a:ext cx="3010727" cy="42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in lista per la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2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020595" y="245706"/>
              <a:ext cx="8191783" cy="838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2"/>
                </a:lnSpc>
              </a:pP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Per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ogni settimana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e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ogni reparto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: il reparto ha già un intervento in quella settimana?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944732" y="3959110"/>
              <a:ext cx="850243" cy="416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resta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89386" y="2608781"/>
              <a:ext cx="8831220" cy="42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b="true" sz="1744">
                  <a:solidFill>
                    <a:srgbClr val="2C6BE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 prendi il suo intervento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più lungo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dalla lista ordinata 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020595" y="3058891"/>
              <a:ext cx="2510149" cy="42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cerca il </a:t>
              </a:r>
              <a:r>
                <a:rPr lang="en-US" b="true" sz="1744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bestSlot</a:t>
              </a:r>
              <a:r>
                <a:rPr lang="en-US" sz="1744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89386" y="1638038"/>
              <a:ext cx="208893" cy="319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b="true" sz="1329">
                  <a:solidFill>
                    <a:srgbClr val="1FA9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SÌ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8649348" y="3922409"/>
              <a:ext cx="301292" cy="405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2"/>
                </a:lnSpc>
              </a:pPr>
              <a:r>
                <a:rPr lang="en-US" sz="1744">
                  <a:solidFill>
                    <a:srgbClr val="3A4D60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→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48105" y="755304"/>
            <a:ext cx="7591790" cy="1616421"/>
            <a:chOff x="0" y="0"/>
            <a:chExt cx="10122387" cy="2155228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132502" y="748703"/>
              <a:ext cx="9857383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FASE 1: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Garantire il vincolo settimanale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4" id="44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7066" t="-65756" r="-30069" b="-81441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845973" y="2371725"/>
            <a:ext cx="6596055" cy="2327498"/>
            <a:chOff x="0" y="0"/>
            <a:chExt cx="8794739" cy="3103331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4105284" y="648573"/>
              <a:ext cx="1881178" cy="2454758"/>
              <a:chOff x="0" y="0"/>
              <a:chExt cx="1236472" cy="161347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63500" y="62987"/>
                <a:ext cx="1109472" cy="1487503"/>
              </a:xfrm>
              <a:custGeom>
                <a:avLst/>
                <a:gdLst/>
                <a:ahLst/>
                <a:cxnLst/>
                <a:rect r="r" b="b" t="t" l="l"/>
                <a:pathLst>
                  <a:path h="1487503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487503"/>
                    </a:lnTo>
                    <a:lnTo>
                      <a:pt x="0" y="148750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312420" y="215290"/>
                <a:ext cx="609854" cy="992047"/>
              </a:xfrm>
              <a:custGeom>
                <a:avLst/>
                <a:gdLst/>
                <a:ahLst/>
                <a:cxnLst/>
                <a:rect r="r" b="b" t="t" l="l"/>
                <a:pathLst>
                  <a:path h="992047" w="609854">
                    <a:moveTo>
                      <a:pt x="254" y="916462"/>
                    </a:moveTo>
                    <a:lnTo>
                      <a:pt x="254" y="113377"/>
                    </a:lnTo>
                    <a:cubicBezTo>
                      <a:pt x="254" y="105944"/>
                      <a:pt x="1016" y="98512"/>
                      <a:pt x="2413" y="91205"/>
                    </a:cubicBezTo>
                    <a:cubicBezTo>
                      <a:pt x="3810" y="83899"/>
                      <a:pt x="6096" y="76844"/>
                      <a:pt x="8890" y="69916"/>
                    </a:cubicBezTo>
                    <a:cubicBezTo>
                      <a:pt x="11684" y="62987"/>
                      <a:pt x="15240" y="56562"/>
                      <a:pt x="19431" y="50264"/>
                    </a:cubicBezTo>
                    <a:cubicBezTo>
                      <a:pt x="23622" y="43965"/>
                      <a:pt x="28321" y="38296"/>
                      <a:pt x="33655" y="33131"/>
                    </a:cubicBezTo>
                    <a:cubicBezTo>
                      <a:pt x="38989" y="27966"/>
                      <a:pt x="44704" y="23179"/>
                      <a:pt x="50927" y="19022"/>
                    </a:cubicBezTo>
                    <a:cubicBezTo>
                      <a:pt x="57150" y="14865"/>
                      <a:pt x="63754" y="11338"/>
                      <a:pt x="70739" y="8566"/>
                    </a:cubicBezTo>
                    <a:cubicBezTo>
                      <a:pt x="77724" y="5795"/>
                      <a:pt x="84836" y="3527"/>
                      <a:pt x="92202" y="2141"/>
                    </a:cubicBezTo>
                    <a:cubicBezTo>
                      <a:pt x="99568" y="756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56"/>
                      <a:pt x="517906" y="2141"/>
                    </a:cubicBezTo>
                    <a:cubicBezTo>
                      <a:pt x="525272" y="3527"/>
                      <a:pt x="532384" y="5795"/>
                      <a:pt x="539369" y="8566"/>
                    </a:cubicBezTo>
                    <a:cubicBezTo>
                      <a:pt x="546354" y="11338"/>
                      <a:pt x="552831" y="14865"/>
                      <a:pt x="559181" y="19022"/>
                    </a:cubicBezTo>
                    <a:cubicBezTo>
                      <a:pt x="565531" y="23179"/>
                      <a:pt x="571246" y="27840"/>
                      <a:pt x="576453" y="33131"/>
                    </a:cubicBezTo>
                    <a:cubicBezTo>
                      <a:pt x="581660" y="38422"/>
                      <a:pt x="586486" y="44091"/>
                      <a:pt x="590677" y="50264"/>
                    </a:cubicBezTo>
                    <a:cubicBezTo>
                      <a:pt x="594868" y="56436"/>
                      <a:pt x="598424" y="62987"/>
                      <a:pt x="601218" y="69916"/>
                    </a:cubicBezTo>
                    <a:cubicBezTo>
                      <a:pt x="604012" y="76844"/>
                      <a:pt x="606298" y="83899"/>
                      <a:pt x="607695" y="91205"/>
                    </a:cubicBezTo>
                    <a:cubicBezTo>
                      <a:pt x="609092" y="98512"/>
                      <a:pt x="609854" y="105818"/>
                      <a:pt x="609854" y="113377"/>
                    </a:cubicBezTo>
                    <a:lnTo>
                      <a:pt x="609854" y="916462"/>
                    </a:lnTo>
                    <a:cubicBezTo>
                      <a:pt x="609854" y="921375"/>
                      <a:pt x="609346" y="926288"/>
                      <a:pt x="608330" y="931201"/>
                    </a:cubicBezTo>
                    <a:cubicBezTo>
                      <a:pt x="607314" y="936114"/>
                      <a:pt x="605917" y="940775"/>
                      <a:pt x="604012" y="945310"/>
                    </a:cubicBezTo>
                    <a:cubicBezTo>
                      <a:pt x="602107" y="949845"/>
                      <a:pt x="599694" y="954254"/>
                      <a:pt x="597027" y="958411"/>
                    </a:cubicBezTo>
                    <a:cubicBezTo>
                      <a:pt x="594360" y="962569"/>
                      <a:pt x="591058" y="966348"/>
                      <a:pt x="587502" y="969875"/>
                    </a:cubicBezTo>
                    <a:cubicBezTo>
                      <a:pt x="583946" y="973402"/>
                      <a:pt x="580136" y="976552"/>
                      <a:pt x="575945" y="979323"/>
                    </a:cubicBezTo>
                    <a:cubicBezTo>
                      <a:pt x="571754" y="982095"/>
                      <a:pt x="567436" y="984362"/>
                      <a:pt x="562737" y="986252"/>
                    </a:cubicBezTo>
                    <a:cubicBezTo>
                      <a:pt x="558038" y="988141"/>
                      <a:pt x="553339" y="989527"/>
                      <a:pt x="548386" y="990535"/>
                    </a:cubicBezTo>
                    <a:cubicBezTo>
                      <a:pt x="543433" y="991543"/>
                      <a:pt x="538480" y="992047"/>
                      <a:pt x="533527" y="992047"/>
                    </a:cubicBezTo>
                    <a:lnTo>
                      <a:pt x="76327" y="992047"/>
                    </a:lnTo>
                    <a:cubicBezTo>
                      <a:pt x="71374" y="992047"/>
                      <a:pt x="66421" y="991543"/>
                      <a:pt x="61468" y="990535"/>
                    </a:cubicBezTo>
                    <a:cubicBezTo>
                      <a:pt x="56515" y="989527"/>
                      <a:pt x="51816" y="988141"/>
                      <a:pt x="47117" y="986252"/>
                    </a:cubicBezTo>
                    <a:cubicBezTo>
                      <a:pt x="42418" y="984362"/>
                      <a:pt x="38100" y="981969"/>
                      <a:pt x="33909" y="979323"/>
                    </a:cubicBezTo>
                    <a:cubicBezTo>
                      <a:pt x="29718" y="976678"/>
                      <a:pt x="25908" y="973402"/>
                      <a:pt x="22352" y="969875"/>
                    </a:cubicBezTo>
                    <a:cubicBezTo>
                      <a:pt x="18796" y="966348"/>
                      <a:pt x="15621" y="962569"/>
                      <a:pt x="12827" y="958411"/>
                    </a:cubicBezTo>
                    <a:cubicBezTo>
                      <a:pt x="10033" y="954254"/>
                      <a:pt x="7747" y="949971"/>
                      <a:pt x="5842" y="945310"/>
                    </a:cubicBezTo>
                    <a:cubicBezTo>
                      <a:pt x="3937" y="940649"/>
                      <a:pt x="2540" y="935988"/>
                      <a:pt x="1524" y="931201"/>
                    </a:cubicBezTo>
                    <a:cubicBezTo>
                      <a:pt x="508" y="926414"/>
                      <a:pt x="0" y="921375"/>
                      <a:pt x="0" y="916462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426974" y="885976"/>
                <a:ext cx="381254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81254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5"/>
                      <a:pt x="381" y="49382"/>
                      <a:pt x="1143" y="45729"/>
                    </a:cubicBezTo>
                    <a:cubicBezTo>
                      <a:pt x="1905" y="42076"/>
                      <a:pt x="2921" y="38549"/>
                      <a:pt x="4445" y="35147"/>
                    </a:cubicBezTo>
                    <a:cubicBezTo>
                      <a:pt x="5969" y="31746"/>
                      <a:pt x="7620" y="28471"/>
                      <a:pt x="9779" y="25321"/>
                    </a:cubicBezTo>
                    <a:cubicBezTo>
                      <a:pt x="11938" y="22172"/>
                      <a:pt x="14224" y="19400"/>
                      <a:pt x="16891" y="16755"/>
                    </a:cubicBezTo>
                    <a:cubicBezTo>
                      <a:pt x="19558" y="14109"/>
                      <a:pt x="22479" y="11716"/>
                      <a:pt x="25527" y="9700"/>
                    </a:cubicBezTo>
                    <a:cubicBezTo>
                      <a:pt x="28575" y="7685"/>
                      <a:pt x="32004" y="5921"/>
                      <a:pt x="35433" y="4410"/>
                    </a:cubicBezTo>
                    <a:cubicBezTo>
                      <a:pt x="38862" y="2898"/>
                      <a:pt x="42418" y="1890"/>
                      <a:pt x="46101" y="1134"/>
                    </a:cubicBezTo>
                    <a:cubicBezTo>
                      <a:pt x="49784" y="378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78"/>
                      <a:pt x="335153" y="1134"/>
                    </a:cubicBezTo>
                    <a:cubicBezTo>
                      <a:pt x="338836" y="1890"/>
                      <a:pt x="342392" y="2898"/>
                      <a:pt x="345821" y="4410"/>
                    </a:cubicBezTo>
                    <a:cubicBezTo>
                      <a:pt x="349250" y="5921"/>
                      <a:pt x="352552" y="7559"/>
                      <a:pt x="355727" y="9700"/>
                    </a:cubicBezTo>
                    <a:cubicBezTo>
                      <a:pt x="358902" y="11842"/>
                      <a:pt x="361696" y="14109"/>
                      <a:pt x="364363" y="16755"/>
                    </a:cubicBezTo>
                    <a:cubicBezTo>
                      <a:pt x="367030" y="19400"/>
                      <a:pt x="369443" y="22298"/>
                      <a:pt x="371475" y="25321"/>
                    </a:cubicBezTo>
                    <a:cubicBezTo>
                      <a:pt x="373507" y="28345"/>
                      <a:pt x="375285" y="31746"/>
                      <a:pt x="376809" y="35147"/>
                    </a:cubicBezTo>
                    <a:cubicBezTo>
                      <a:pt x="378333" y="38549"/>
                      <a:pt x="379349" y="42076"/>
                      <a:pt x="380111" y="45729"/>
                    </a:cubicBezTo>
                    <a:cubicBezTo>
                      <a:pt x="380873" y="49382"/>
                      <a:pt x="381254" y="53035"/>
                      <a:pt x="381254" y="56815"/>
                    </a:cubicBezTo>
                    <a:lnTo>
                      <a:pt x="381254" y="170192"/>
                    </a:lnTo>
                    <a:cubicBezTo>
                      <a:pt x="381254" y="173971"/>
                      <a:pt x="380873" y="177624"/>
                      <a:pt x="380111" y="181277"/>
                    </a:cubicBezTo>
                    <a:cubicBezTo>
                      <a:pt x="379349" y="184930"/>
                      <a:pt x="378333" y="188458"/>
                      <a:pt x="376809" y="191859"/>
                    </a:cubicBezTo>
                    <a:cubicBezTo>
                      <a:pt x="375285" y="195260"/>
                      <a:pt x="373634" y="198536"/>
                      <a:pt x="371475" y="201685"/>
                    </a:cubicBezTo>
                    <a:cubicBezTo>
                      <a:pt x="369316" y="204834"/>
                      <a:pt x="367030" y="207606"/>
                      <a:pt x="364363" y="210251"/>
                    </a:cubicBezTo>
                    <a:cubicBezTo>
                      <a:pt x="361696" y="212897"/>
                      <a:pt x="358775" y="215290"/>
                      <a:pt x="355727" y="217306"/>
                    </a:cubicBezTo>
                    <a:cubicBezTo>
                      <a:pt x="352679" y="219321"/>
                      <a:pt x="349250" y="221085"/>
                      <a:pt x="345821" y="222597"/>
                    </a:cubicBezTo>
                    <a:cubicBezTo>
                      <a:pt x="342392" y="224108"/>
                      <a:pt x="338836" y="225116"/>
                      <a:pt x="335153" y="225872"/>
                    </a:cubicBezTo>
                    <a:cubicBezTo>
                      <a:pt x="331470" y="226628"/>
                      <a:pt x="327787" y="227006"/>
                      <a:pt x="323977" y="227006"/>
                    </a:cubicBezTo>
                    <a:lnTo>
                      <a:pt x="57277" y="227006"/>
                    </a:lnTo>
                    <a:cubicBezTo>
                      <a:pt x="53467" y="227006"/>
                      <a:pt x="49784" y="226628"/>
                      <a:pt x="46101" y="225872"/>
                    </a:cubicBezTo>
                    <a:cubicBezTo>
                      <a:pt x="42418" y="225116"/>
                      <a:pt x="38862" y="224108"/>
                      <a:pt x="35433" y="222597"/>
                    </a:cubicBezTo>
                    <a:cubicBezTo>
                      <a:pt x="32004" y="221085"/>
                      <a:pt x="28702" y="219448"/>
                      <a:pt x="25527" y="217306"/>
                    </a:cubicBezTo>
                    <a:cubicBezTo>
                      <a:pt x="22352" y="215164"/>
                      <a:pt x="19558" y="212897"/>
                      <a:pt x="16891" y="210251"/>
                    </a:cubicBezTo>
                    <a:cubicBezTo>
                      <a:pt x="14224" y="207606"/>
                      <a:pt x="11811" y="204708"/>
                      <a:pt x="9779" y="201685"/>
                    </a:cubicBezTo>
                    <a:cubicBezTo>
                      <a:pt x="7747" y="198662"/>
                      <a:pt x="5969" y="195386"/>
                      <a:pt x="4445" y="191859"/>
                    </a:cubicBezTo>
                    <a:cubicBezTo>
                      <a:pt x="2921" y="188332"/>
                      <a:pt x="1905" y="184930"/>
                      <a:pt x="1143" y="181277"/>
                    </a:cubicBezTo>
                    <a:cubicBezTo>
                      <a:pt x="381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6913562" y="1237348"/>
              <a:ext cx="1881178" cy="1865983"/>
              <a:chOff x="0" y="0"/>
              <a:chExt cx="1236472" cy="122648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63500" y="62987"/>
                <a:ext cx="1109472" cy="1100511"/>
              </a:xfrm>
              <a:custGeom>
                <a:avLst/>
                <a:gdLst/>
                <a:ahLst/>
                <a:cxnLst/>
                <a:rect r="r" b="b" t="t" l="l"/>
                <a:pathLst>
                  <a:path h="1100511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100511"/>
                    </a:lnTo>
                    <a:lnTo>
                      <a:pt x="0" y="11005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313944" y="215668"/>
                <a:ext cx="609854" cy="604676"/>
              </a:xfrm>
              <a:custGeom>
                <a:avLst/>
                <a:gdLst/>
                <a:ahLst/>
                <a:cxnLst/>
                <a:rect r="r" b="b" t="t" l="l"/>
                <a:pathLst>
                  <a:path h="604676" w="609854">
                    <a:moveTo>
                      <a:pt x="254" y="529092"/>
                    </a:moveTo>
                    <a:lnTo>
                      <a:pt x="254" y="113377"/>
                    </a:lnTo>
                    <a:cubicBezTo>
                      <a:pt x="254" y="105944"/>
                      <a:pt x="1016" y="98512"/>
                      <a:pt x="2413" y="91205"/>
                    </a:cubicBezTo>
                    <a:cubicBezTo>
                      <a:pt x="3810" y="83899"/>
                      <a:pt x="6096" y="76844"/>
                      <a:pt x="8890" y="69916"/>
                    </a:cubicBezTo>
                    <a:cubicBezTo>
                      <a:pt x="11684" y="62987"/>
                      <a:pt x="15240" y="56562"/>
                      <a:pt x="19431" y="50264"/>
                    </a:cubicBezTo>
                    <a:cubicBezTo>
                      <a:pt x="23622" y="43965"/>
                      <a:pt x="28321" y="38296"/>
                      <a:pt x="33655" y="33131"/>
                    </a:cubicBezTo>
                    <a:cubicBezTo>
                      <a:pt x="38989" y="27966"/>
                      <a:pt x="44704" y="23179"/>
                      <a:pt x="50927" y="19022"/>
                    </a:cubicBezTo>
                    <a:cubicBezTo>
                      <a:pt x="57150" y="14865"/>
                      <a:pt x="63754" y="11338"/>
                      <a:pt x="70739" y="8566"/>
                    </a:cubicBezTo>
                    <a:cubicBezTo>
                      <a:pt x="77724" y="5795"/>
                      <a:pt x="84836" y="3527"/>
                      <a:pt x="92202" y="2141"/>
                    </a:cubicBezTo>
                    <a:cubicBezTo>
                      <a:pt x="99568" y="756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56"/>
                      <a:pt x="517906" y="2141"/>
                    </a:cubicBezTo>
                    <a:cubicBezTo>
                      <a:pt x="525272" y="3527"/>
                      <a:pt x="532384" y="5795"/>
                      <a:pt x="539369" y="8566"/>
                    </a:cubicBezTo>
                    <a:cubicBezTo>
                      <a:pt x="546354" y="11338"/>
                      <a:pt x="552831" y="14865"/>
                      <a:pt x="559181" y="19022"/>
                    </a:cubicBezTo>
                    <a:cubicBezTo>
                      <a:pt x="565531" y="23179"/>
                      <a:pt x="571246" y="27840"/>
                      <a:pt x="576453" y="33131"/>
                    </a:cubicBezTo>
                    <a:cubicBezTo>
                      <a:pt x="581660" y="38422"/>
                      <a:pt x="586486" y="44091"/>
                      <a:pt x="590677" y="50264"/>
                    </a:cubicBezTo>
                    <a:cubicBezTo>
                      <a:pt x="594868" y="56436"/>
                      <a:pt x="598424" y="62987"/>
                      <a:pt x="601218" y="69916"/>
                    </a:cubicBezTo>
                    <a:cubicBezTo>
                      <a:pt x="604012" y="76844"/>
                      <a:pt x="606298" y="83899"/>
                      <a:pt x="607695" y="91205"/>
                    </a:cubicBezTo>
                    <a:cubicBezTo>
                      <a:pt x="609092" y="98512"/>
                      <a:pt x="609854" y="105818"/>
                      <a:pt x="609854" y="113377"/>
                    </a:cubicBezTo>
                    <a:lnTo>
                      <a:pt x="609854" y="529092"/>
                    </a:lnTo>
                    <a:cubicBezTo>
                      <a:pt x="609854" y="534005"/>
                      <a:pt x="609346" y="538918"/>
                      <a:pt x="608330" y="543831"/>
                    </a:cubicBezTo>
                    <a:cubicBezTo>
                      <a:pt x="607314" y="548744"/>
                      <a:pt x="605917" y="553405"/>
                      <a:pt x="604012" y="557940"/>
                    </a:cubicBezTo>
                    <a:cubicBezTo>
                      <a:pt x="602107" y="562475"/>
                      <a:pt x="599694" y="566884"/>
                      <a:pt x="597027" y="571041"/>
                    </a:cubicBezTo>
                    <a:cubicBezTo>
                      <a:pt x="594360" y="575198"/>
                      <a:pt x="591058" y="578977"/>
                      <a:pt x="587502" y="582505"/>
                    </a:cubicBezTo>
                    <a:cubicBezTo>
                      <a:pt x="583946" y="586032"/>
                      <a:pt x="580136" y="589181"/>
                      <a:pt x="575945" y="591953"/>
                    </a:cubicBezTo>
                    <a:cubicBezTo>
                      <a:pt x="571754" y="594724"/>
                      <a:pt x="567436" y="596992"/>
                      <a:pt x="562737" y="598881"/>
                    </a:cubicBezTo>
                    <a:cubicBezTo>
                      <a:pt x="558038" y="600771"/>
                      <a:pt x="553339" y="602157"/>
                      <a:pt x="548386" y="603164"/>
                    </a:cubicBezTo>
                    <a:cubicBezTo>
                      <a:pt x="543433" y="604172"/>
                      <a:pt x="538480" y="604676"/>
                      <a:pt x="533527" y="604676"/>
                    </a:cubicBezTo>
                    <a:lnTo>
                      <a:pt x="76327" y="604676"/>
                    </a:lnTo>
                    <a:cubicBezTo>
                      <a:pt x="71374" y="604676"/>
                      <a:pt x="66421" y="604172"/>
                      <a:pt x="61468" y="603164"/>
                    </a:cubicBezTo>
                    <a:cubicBezTo>
                      <a:pt x="56515" y="602157"/>
                      <a:pt x="51816" y="600771"/>
                      <a:pt x="47117" y="598881"/>
                    </a:cubicBezTo>
                    <a:cubicBezTo>
                      <a:pt x="42418" y="596992"/>
                      <a:pt x="38100" y="594598"/>
                      <a:pt x="33909" y="591953"/>
                    </a:cubicBezTo>
                    <a:cubicBezTo>
                      <a:pt x="29718" y="589307"/>
                      <a:pt x="25908" y="586032"/>
                      <a:pt x="22352" y="582505"/>
                    </a:cubicBezTo>
                    <a:cubicBezTo>
                      <a:pt x="18796" y="578977"/>
                      <a:pt x="15621" y="575198"/>
                      <a:pt x="12827" y="571041"/>
                    </a:cubicBezTo>
                    <a:cubicBezTo>
                      <a:pt x="10033" y="566884"/>
                      <a:pt x="7747" y="562601"/>
                      <a:pt x="5842" y="557940"/>
                    </a:cubicBezTo>
                    <a:cubicBezTo>
                      <a:pt x="3937" y="553279"/>
                      <a:pt x="2540" y="548618"/>
                      <a:pt x="1524" y="543831"/>
                    </a:cubicBezTo>
                    <a:cubicBezTo>
                      <a:pt x="508" y="539044"/>
                      <a:pt x="0" y="534005"/>
                      <a:pt x="0" y="529092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428498" y="498984"/>
                <a:ext cx="381254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81254">
                    <a:moveTo>
                      <a:pt x="0" y="170191"/>
                    </a:moveTo>
                    <a:lnTo>
                      <a:pt x="0" y="56814"/>
                    </a:lnTo>
                    <a:cubicBezTo>
                      <a:pt x="0" y="53035"/>
                      <a:pt x="381" y="49382"/>
                      <a:pt x="1143" y="45728"/>
                    </a:cubicBezTo>
                    <a:cubicBezTo>
                      <a:pt x="1905" y="42075"/>
                      <a:pt x="2921" y="38548"/>
                      <a:pt x="4445" y="35147"/>
                    </a:cubicBezTo>
                    <a:cubicBezTo>
                      <a:pt x="5969" y="31745"/>
                      <a:pt x="7620" y="28470"/>
                      <a:pt x="9779" y="25321"/>
                    </a:cubicBezTo>
                    <a:cubicBezTo>
                      <a:pt x="11938" y="22171"/>
                      <a:pt x="14224" y="19400"/>
                      <a:pt x="16891" y="16754"/>
                    </a:cubicBezTo>
                    <a:cubicBezTo>
                      <a:pt x="19558" y="14109"/>
                      <a:pt x="22479" y="11715"/>
                      <a:pt x="25527" y="9700"/>
                    </a:cubicBezTo>
                    <a:cubicBezTo>
                      <a:pt x="28575" y="7684"/>
                      <a:pt x="31877" y="5921"/>
                      <a:pt x="35433" y="4409"/>
                    </a:cubicBezTo>
                    <a:cubicBezTo>
                      <a:pt x="38989" y="2897"/>
                      <a:pt x="42418" y="1889"/>
                      <a:pt x="46101" y="1134"/>
                    </a:cubicBezTo>
                    <a:cubicBezTo>
                      <a:pt x="49784" y="378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78"/>
                      <a:pt x="335153" y="1134"/>
                    </a:cubicBezTo>
                    <a:cubicBezTo>
                      <a:pt x="338836" y="1889"/>
                      <a:pt x="342392" y="2897"/>
                      <a:pt x="345821" y="4409"/>
                    </a:cubicBezTo>
                    <a:cubicBezTo>
                      <a:pt x="349250" y="5921"/>
                      <a:pt x="352552" y="7558"/>
                      <a:pt x="355727" y="9700"/>
                    </a:cubicBezTo>
                    <a:cubicBezTo>
                      <a:pt x="358902" y="11841"/>
                      <a:pt x="361696" y="14109"/>
                      <a:pt x="364363" y="16754"/>
                    </a:cubicBezTo>
                    <a:cubicBezTo>
                      <a:pt x="367030" y="19400"/>
                      <a:pt x="369443" y="22297"/>
                      <a:pt x="371475" y="25321"/>
                    </a:cubicBezTo>
                    <a:cubicBezTo>
                      <a:pt x="373507" y="28344"/>
                      <a:pt x="375285" y="31745"/>
                      <a:pt x="376809" y="35147"/>
                    </a:cubicBezTo>
                    <a:cubicBezTo>
                      <a:pt x="378333" y="38548"/>
                      <a:pt x="379349" y="42075"/>
                      <a:pt x="380111" y="45728"/>
                    </a:cubicBezTo>
                    <a:cubicBezTo>
                      <a:pt x="380873" y="49382"/>
                      <a:pt x="381254" y="53035"/>
                      <a:pt x="381254" y="56814"/>
                    </a:cubicBezTo>
                    <a:lnTo>
                      <a:pt x="381254" y="170191"/>
                    </a:lnTo>
                    <a:cubicBezTo>
                      <a:pt x="381254" y="173970"/>
                      <a:pt x="380873" y="177624"/>
                      <a:pt x="380111" y="181277"/>
                    </a:cubicBezTo>
                    <a:cubicBezTo>
                      <a:pt x="379349" y="184930"/>
                      <a:pt x="378333" y="188457"/>
                      <a:pt x="376809" y="191859"/>
                    </a:cubicBezTo>
                    <a:cubicBezTo>
                      <a:pt x="375285" y="195260"/>
                      <a:pt x="373634" y="198535"/>
                      <a:pt x="371475" y="201685"/>
                    </a:cubicBezTo>
                    <a:cubicBezTo>
                      <a:pt x="369316" y="204834"/>
                      <a:pt x="367030" y="207605"/>
                      <a:pt x="364363" y="210251"/>
                    </a:cubicBezTo>
                    <a:cubicBezTo>
                      <a:pt x="361696" y="212896"/>
                      <a:pt x="358775" y="215290"/>
                      <a:pt x="355727" y="217305"/>
                    </a:cubicBezTo>
                    <a:cubicBezTo>
                      <a:pt x="352679" y="219321"/>
                      <a:pt x="349250" y="221085"/>
                      <a:pt x="345821" y="222596"/>
                    </a:cubicBezTo>
                    <a:cubicBezTo>
                      <a:pt x="342392" y="224108"/>
                      <a:pt x="338836" y="225116"/>
                      <a:pt x="335153" y="225872"/>
                    </a:cubicBezTo>
                    <a:cubicBezTo>
                      <a:pt x="331470" y="226627"/>
                      <a:pt x="327787" y="227005"/>
                      <a:pt x="323977" y="227005"/>
                    </a:cubicBezTo>
                    <a:lnTo>
                      <a:pt x="57277" y="227005"/>
                    </a:lnTo>
                    <a:cubicBezTo>
                      <a:pt x="53467" y="227005"/>
                      <a:pt x="49784" y="226627"/>
                      <a:pt x="46101" y="225872"/>
                    </a:cubicBezTo>
                    <a:cubicBezTo>
                      <a:pt x="42418" y="225116"/>
                      <a:pt x="38862" y="224108"/>
                      <a:pt x="35433" y="222596"/>
                    </a:cubicBezTo>
                    <a:cubicBezTo>
                      <a:pt x="32004" y="221085"/>
                      <a:pt x="28702" y="219447"/>
                      <a:pt x="25527" y="217305"/>
                    </a:cubicBezTo>
                    <a:cubicBezTo>
                      <a:pt x="22352" y="215164"/>
                      <a:pt x="19558" y="212896"/>
                      <a:pt x="16891" y="210251"/>
                    </a:cubicBezTo>
                    <a:cubicBezTo>
                      <a:pt x="14224" y="207605"/>
                      <a:pt x="11811" y="204708"/>
                      <a:pt x="9779" y="201685"/>
                    </a:cubicBezTo>
                    <a:cubicBezTo>
                      <a:pt x="7747" y="198661"/>
                      <a:pt x="5969" y="195386"/>
                      <a:pt x="4445" y="191859"/>
                    </a:cubicBezTo>
                    <a:cubicBezTo>
                      <a:pt x="2921" y="188331"/>
                      <a:pt x="1905" y="184930"/>
                      <a:pt x="1143" y="181277"/>
                    </a:cubicBezTo>
                    <a:cubicBezTo>
                      <a:pt x="381" y="177624"/>
                      <a:pt x="0" y="173970"/>
                      <a:pt x="0" y="170191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0"/>
              <a:ext cx="1767695" cy="3103331"/>
              <a:chOff x="0" y="0"/>
              <a:chExt cx="1161882" cy="2039774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59817" y="62987"/>
                <a:ext cx="1042248" cy="1913800"/>
              </a:xfrm>
              <a:custGeom>
                <a:avLst/>
                <a:gdLst/>
                <a:ahLst/>
                <a:cxnLst/>
                <a:rect r="r" b="b" t="t" l="l"/>
                <a:pathLst>
                  <a:path h="1913800" w="1042248">
                    <a:moveTo>
                      <a:pt x="0" y="0"/>
                    </a:moveTo>
                    <a:lnTo>
                      <a:pt x="1042248" y="0"/>
                    </a:lnTo>
                    <a:lnTo>
                      <a:pt x="1042248" y="1913800"/>
                    </a:lnTo>
                    <a:lnTo>
                      <a:pt x="0" y="1913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293581" y="216424"/>
                <a:ext cx="574481" cy="1417210"/>
              </a:xfrm>
              <a:custGeom>
                <a:avLst/>
                <a:gdLst/>
                <a:ahLst/>
                <a:cxnLst/>
                <a:rect r="r" b="b" t="t" l="l"/>
                <a:pathLst>
                  <a:path h="1417210" w="574481">
                    <a:moveTo>
                      <a:pt x="239" y="1341625"/>
                    </a:moveTo>
                    <a:lnTo>
                      <a:pt x="239" y="113377"/>
                    </a:lnTo>
                    <a:cubicBezTo>
                      <a:pt x="239" y="105944"/>
                      <a:pt x="957" y="98512"/>
                      <a:pt x="2273" y="91205"/>
                    </a:cubicBezTo>
                    <a:cubicBezTo>
                      <a:pt x="3589" y="83899"/>
                      <a:pt x="5742" y="76844"/>
                      <a:pt x="8374" y="69915"/>
                    </a:cubicBezTo>
                    <a:cubicBezTo>
                      <a:pt x="11006" y="62987"/>
                      <a:pt x="14356" y="56562"/>
                      <a:pt x="18304" y="50263"/>
                    </a:cubicBezTo>
                    <a:cubicBezTo>
                      <a:pt x="22252" y="43965"/>
                      <a:pt x="26678" y="38296"/>
                      <a:pt x="31703" y="33131"/>
                    </a:cubicBezTo>
                    <a:cubicBezTo>
                      <a:pt x="36727" y="27966"/>
                      <a:pt x="42111" y="23179"/>
                      <a:pt x="47973" y="19022"/>
                    </a:cubicBezTo>
                    <a:cubicBezTo>
                      <a:pt x="53835" y="14865"/>
                      <a:pt x="60056" y="11337"/>
                      <a:pt x="66636" y="8566"/>
                    </a:cubicBezTo>
                    <a:cubicBezTo>
                      <a:pt x="73216" y="5795"/>
                      <a:pt x="79915" y="3527"/>
                      <a:pt x="86854" y="2141"/>
                    </a:cubicBezTo>
                    <a:cubicBezTo>
                      <a:pt x="93793" y="756"/>
                      <a:pt x="100731" y="0"/>
                      <a:pt x="107909" y="0"/>
                    </a:cubicBezTo>
                    <a:lnTo>
                      <a:pt x="466810" y="0"/>
                    </a:lnTo>
                    <a:cubicBezTo>
                      <a:pt x="473869" y="0"/>
                      <a:pt x="480927" y="756"/>
                      <a:pt x="487866" y="2141"/>
                    </a:cubicBezTo>
                    <a:cubicBezTo>
                      <a:pt x="494804" y="3527"/>
                      <a:pt x="501504" y="5795"/>
                      <a:pt x="508084" y="8566"/>
                    </a:cubicBezTo>
                    <a:cubicBezTo>
                      <a:pt x="514664" y="11337"/>
                      <a:pt x="520765" y="14865"/>
                      <a:pt x="526747" y="19022"/>
                    </a:cubicBezTo>
                    <a:cubicBezTo>
                      <a:pt x="532728" y="23179"/>
                      <a:pt x="538112" y="27840"/>
                      <a:pt x="543017" y="33131"/>
                    </a:cubicBezTo>
                    <a:cubicBezTo>
                      <a:pt x="547922" y="38422"/>
                      <a:pt x="552468" y="44091"/>
                      <a:pt x="556416" y="50263"/>
                    </a:cubicBezTo>
                    <a:cubicBezTo>
                      <a:pt x="560364" y="56436"/>
                      <a:pt x="563713" y="62987"/>
                      <a:pt x="566345" y="69915"/>
                    </a:cubicBezTo>
                    <a:cubicBezTo>
                      <a:pt x="568977" y="76844"/>
                      <a:pt x="571131" y="83899"/>
                      <a:pt x="572447" y="91205"/>
                    </a:cubicBezTo>
                    <a:cubicBezTo>
                      <a:pt x="573763" y="98512"/>
                      <a:pt x="574480" y="105944"/>
                      <a:pt x="574480" y="113377"/>
                    </a:cubicBezTo>
                    <a:lnTo>
                      <a:pt x="574480" y="1341625"/>
                    </a:lnTo>
                    <a:cubicBezTo>
                      <a:pt x="574480" y="1346538"/>
                      <a:pt x="574002" y="1351451"/>
                      <a:pt x="573045" y="1356364"/>
                    </a:cubicBezTo>
                    <a:cubicBezTo>
                      <a:pt x="572088" y="1361277"/>
                      <a:pt x="570772" y="1365938"/>
                      <a:pt x="568977" y="1370473"/>
                    </a:cubicBezTo>
                    <a:cubicBezTo>
                      <a:pt x="567183" y="1375008"/>
                      <a:pt x="564910" y="1379417"/>
                      <a:pt x="562397" y="1383575"/>
                    </a:cubicBezTo>
                    <a:cubicBezTo>
                      <a:pt x="559885" y="1387732"/>
                      <a:pt x="556775" y="1391511"/>
                      <a:pt x="553425" y="1395038"/>
                    </a:cubicBezTo>
                    <a:cubicBezTo>
                      <a:pt x="550075" y="1398565"/>
                      <a:pt x="546486" y="1401715"/>
                      <a:pt x="542538" y="1404486"/>
                    </a:cubicBezTo>
                    <a:cubicBezTo>
                      <a:pt x="538590" y="1407258"/>
                      <a:pt x="534523" y="1409525"/>
                      <a:pt x="530096" y="1411415"/>
                    </a:cubicBezTo>
                    <a:cubicBezTo>
                      <a:pt x="525670" y="1413304"/>
                      <a:pt x="521243" y="1414690"/>
                      <a:pt x="516578" y="1415698"/>
                    </a:cubicBezTo>
                    <a:cubicBezTo>
                      <a:pt x="511912" y="1416706"/>
                      <a:pt x="507246" y="1417210"/>
                      <a:pt x="502581" y="1417210"/>
                    </a:cubicBezTo>
                    <a:lnTo>
                      <a:pt x="71900" y="1417210"/>
                    </a:lnTo>
                    <a:cubicBezTo>
                      <a:pt x="67234" y="1417210"/>
                      <a:pt x="62568" y="1416706"/>
                      <a:pt x="57903" y="1415698"/>
                    </a:cubicBezTo>
                    <a:cubicBezTo>
                      <a:pt x="53237" y="1414690"/>
                      <a:pt x="48810" y="1413304"/>
                      <a:pt x="44384" y="1411415"/>
                    </a:cubicBezTo>
                    <a:cubicBezTo>
                      <a:pt x="39957" y="1409525"/>
                      <a:pt x="35890" y="1407132"/>
                      <a:pt x="31942" y="1404486"/>
                    </a:cubicBezTo>
                    <a:cubicBezTo>
                      <a:pt x="27994" y="1401841"/>
                      <a:pt x="24405" y="1398565"/>
                      <a:pt x="21055" y="1395038"/>
                    </a:cubicBezTo>
                    <a:cubicBezTo>
                      <a:pt x="17706" y="1391511"/>
                      <a:pt x="14715" y="1387732"/>
                      <a:pt x="12083" y="1383575"/>
                    </a:cubicBezTo>
                    <a:cubicBezTo>
                      <a:pt x="9451" y="1379417"/>
                      <a:pt x="7297" y="1375134"/>
                      <a:pt x="5503" y="1370473"/>
                    </a:cubicBezTo>
                    <a:cubicBezTo>
                      <a:pt x="3709" y="1365812"/>
                      <a:pt x="2393" y="1361151"/>
                      <a:pt x="1435" y="1356364"/>
                    </a:cubicBezTo>
                    <a:cubicBezTo>
                      <a:pt x="478" y="1351577"/>
                      <a:pt x="0" y="1346538"/>
                      <a:pt x="0" y="1341625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383545" y="1312273"/>
                <a:ext cx="395030" cy="227006"/>
              </a:xfrm>
              <a:custGeom>
                <a:avLst/>
                <a:gdLst/>
                <a:ahLst/>
                <a:cxnLst/>
                <a:rect r="r" b="b" t="t" l="l"/>
                <a:pathLst>
                  <a:path h="227006" w="395030">
                    <a:moveTo>
                      <a:pt x="0" y="170192"/>
                    </a:moveTo>
                    <a:lnTo>
                      <a:pt x="0" y="56815"/>
                    </a:lnTo>
                    <a:cubicBezTo>
                      <a:pt x="0" y="53036"/>
                      <a:pt x="359" y="49382"/>
                      <a:pt x="1077" y="45729"/>
                    </a:cubicBezTo>
                    <a:cubicBezTo>
                      <a:pt x="1795" y="42076"/>
                      <a:pt x="2752" y="38549"/>
                      <a:pt x="4187" y="35147"/>
                    </a:cubicBezTo>
                    <a:cubicBezTo>
                      <a:pt x="5623" y="31746"/>
                      <a:pt x="7178" y="28471"/>
                      <a:pt x="9212" y="25321"/>
                    </a:cubicBezTo>
                    <a:cubicBezTo>
                      <a:pt x="11246" y="22172"/>
                      <a:pt x="13399" y="19400"/>
                      <a:pt x="15912" y="16755"/>
                    </a:cubicBezTo>
                    <a:cubicBezTo>
                      <a:pt x="18424" y="14110"/>
                      <a:pt x="21175" y="11716"/>
                      <a:pt x="24047" y="9700"/>
                    </a:cubicBezTo>
                    <a:cubicBezTo>
                      <a:pt x="26918" y="7685"/>
                      <a:pt x="30148" y="5921"/>
                      <a:pt x="33378" y="4410"/>
                    </a:cubicBezTo>
                    <a:cubicBezTo>
                      <a:pt x="36608" y="2898"/>
                      <a:pt x="39958" y="1890"/>
                      <a:pt x="43427" y="1134"/>
                    </a:cubicBezTo>
                    <a:cubicBezTo>
                      <a:pt x="46897" y="378"/>
                      <a:pt x="50366" y="0"/>
                      <a:pt x="53955" y="0"/>
                    </a:cubicBezTo>
                    <a:lnTo>
                      <a:pt x="341076" y="0"/>
                    </a:lnTo>
                    <a:cubicBezTo>
                      <a:pt x="344665" y="0"/>
                      <a:pt x="348134" y="378"/>
                      <a:pt x="351603" y="1134"/>
                    </a:cubicBezTo>
                    <a:cubicBezTo>
                      <a:pt x="355073" y="1890"/>
                      <a:pt x="358423" y="2898"/>
                      <a:pt x="361653" y="4410"/>
                    </a:cubicBezTo>
                    <a:cubicBezTo>
                      <a:pt x="364883" y="5921"/>
                      <a:pt x="367993" y="7559"/>
                      <a:pt x="370984" y="9700"/>
                    </a:cubicBezTo>
                    <a:cubicBezTo>
                      <a:pt x="373975" y="11842"/>
                      <a:pt x="376607" y="14110"/>
                      <a:pt x="379119" y="16755"/>
                    </a:cubicBezTo>
                    <a:cubicBezTo>
                      <a:pt x="381632" y="19400"/>
                      <a:pt x="383905" y="22298"/>
                      <a:pt x="385819" y="25321"/>
                    </a:cubicBezTo>
                    <a:cubicBezTo>
                      <a:pt x="387733" y="28345"/>
                      <a:pt x="389408" y="31746"/>
                      <a:pt x="390843" y="35147"/>
                    </a:cubicBezTo>
                    <a:cubicBezTo>
                      <a:pt x="392279" y="38549"/>
                      <a:pt x="393236" y="42076"/>
                      <a:pt x="393954" y="45729"/>
                    </a:cubicBezTo>
                    <a:cubicBezTo>
                      <a:pt x="394672" y="49382"/>
                      <a:pt x="395030" y="53036"/>
                      <a:pt x="395030" y="56815"/>
                    </a:cubicBezTo>
                    <a:lnTo>
                      <a:pt x="395030" y="170192"/>
                    </a:lnTo>
                    <a:cubicBezTo>
                      <a:pt x="395030" y="173971"/>
                      <a:pt x="394672" y="177624"/>
                      <a:pt x="393954" y="181277"/>
                    </a:cubicBezTo>
                    <a:cubicBezTo>
                      <a:pt x="393236" y="184931"/>
                      <a:pt x="392279" y="188458"/>
                      <a:pt x="390843" y="191859"/>
                    </a:cubicBezTo>
                    <a:cubicBezTo>
                      <a:pt x="389408" y="195260"/>
                      <a:pt x="387852" y="198536"/>
                      <a:pt x="385819" y="201685"/>
                    </a:cubicBezTo>
                    <a:cubicBezTo>
                      <a:pt x="383785" y="204834"/>
                      <a:pt x="381632" y="207606"/>
                      <a:pt x="379119" y="210251"/>
                    </a:cubicBezTo>
                    <a:cubicBezTo>
                      <a:pt x="376607" y="212897"/>
                      <a:pt x="373855" y="215290"/>
                      <a:pt x="370984" y="217306"/>
                    </a:cubicBezTo>
                    <a:cubicBezTo>
                      <a:pt x="368113" y="219321"/>
                      <a:pt x="364883" y="221085"/>
                      <a:pt x="361653" y="222597"/>
                    </a:cubicBezTo>
                    <a:cubicBezTo>
                      <a:pt x="358423" y="224109"/>
                      <a:pt x="355073" y="225116"/>
                      <a:pt x="351603" y="225872"/>
                    </a:cubicBezTo>
                    <a:cubicBezTo>
                      <a:pt x="348134" y="226628"/>
                      <a:pt x="344665" y="227006"/>
                      <a:pt x="341076" y="227006"/>
                    </a:cubicBezTo>
                    <a:lnTo>
                      <a:pt x="53955" y="227006"/>
                    </a:lnTo>
                    <a:cubicBezTo>
                      <a:pt x="50366" y="227006"/>
                      <a:pt x="46897" y="226628"/>
                      <a:pt x="43427" y="225872"/>
                    </a:cubicBezTo>
                    <a:cubicBezTo>
                      <a:pt x="39958" y="225116"/>
                      <a:pt x="36608" y="224109"/>
                      <a:pt x="33378" y="222597"/>
                    </a:cubicBezTo>
                    <a:cubicBezTo>
                      <a:pt x="30148" y="221085"/>
                      <a:pt x="27037" y="219448"/>
                      <a:pt x="24047" y="217306"/>
                    </a:cubicBezTo>
                    <a:cubicBezTo>
                      <a:pt x="21056" y="215164"/>
                      <a:pt x="18424" y="212897"/>
                      <a:pt x="15912" y="210251"/>
                    </a:cubicBezTo>
                    <a:cubicBezTo>
                      <a:pt x="13399" y="207606"/>
                      <a:pt x="11126" y="204709"/>
                      <a:pt x="9212" y="201685"/>
                    </a:cubicBezTo>
                    <a:cubicBezTo>
                      <a:pt x="7298" y="198662"/>
                      <a:pt x="5623" y="195386"/>
                      <a:pt x="4187" y="191859"/>
                    </a:cubicBezTo>
                    <a:cubicBezTo>
                      <a:pt x="2752" y="188332"/>
                      <a:pt x="1795" y="184931"/>
                      <a:pt x="1077" y="181277"/>
                    </a:cubicBezTo>
                    <a:cubicBezTo>
                      <a:pt x="359" y="177624"/>
                      <a:pt x="0" y="173971"/>
                      <a:pt x="0" y="170192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1309706" y="192681"/>
              <a:ext cx="1881178" cy="2910650"/>
              <a:chOff x="0" y="0"/>
              <a:chExt cx="1236472" cy="1913128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63500" y="63500"/>
                <a:ext cx="1109472" cy="1786128"/>
              </a:xfrm>
              <a:custGeom>
                <a:avLst/>
                <a:gdLst/>
                <a:ahLst/>
                <a:cxnLst/>
                <a:rect r="r" b="b" t="t" l="l"/>
                <a:pathLst>
                  <a:path h="1786128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786128"/>
                    </a:lnTo>
                    <a:lnTo>
                      <a:pt x="0" y="178612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313182" y="217805"/>
                <a:ext cx="609854" cy="1285875"/>
              </a:xfrm>
              <a:custGeom>
                <a:avLst/>
                <a:gdLst/>
                <a:ahLst/>
                <a:cxnLst/>
                <a:rect r="r" b="b" t="t" l="l"/>
                <a:pathLst>
                  <a:path h="1285875" w="609854">
                    <a:moveTo>
                      <a:pt x="254" y="1209675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1209675"/>
                    </a:lnTo>
                    <a:cubicBezTo>
                      <a:pt x="609854" y="1214628"/>
                      <a:pt x="609346" y="1219581"/>
                      <a:pt x="608330" y="1224534"/>
                    </a:cubicBezTo>
                    <a:cubicBezTo>
                      <a:pt x="607314" y="1229487"/>
                      <a:pt x="605917" y="1234186"/>
                      <a:pt x="604012" y="1238758"/>
                    </a:cubicBezTo>
                    <a:cubicBezTo>
                      <a:pt x="602107" y="1243330"/>
                      <a:pt x="599694" y="1247775"/>
                      <a:pt x="597027" y="1251966"/>
                    </a:cubicBezTo>
                    <a:cubicBezTo>
                      <a:pt x="594360" y="1256157"/>
                      <a:pt x="591058" y="1259967"/>
                      <a:pt x="587502" y="1263523"/>
                    </a:cubicBezTo>
                    <a:cubicBezTo>
                      <a:pt x="583946" y="1267079"/>
                      <a:pt x="580136" y="1270254"/>
                      <a:pt x="575945" y="1273048"/>
                    </a:cubicBezTo>
                    <a:cubicBezTo>
                      <a:pt x="571754" y="1275842"/>
                      <a:pt x="567436" y="1278128"/>
                      <a:pt x="562737" y="1280033"/>
                    </a:cubicBezTo>
                    <a:cubicBezTo>
                      <a:pt x="558038" y="1281938"/>
                      <a:pt x="553339" y="1283335"/>
                      <a:pt x="548386" y="1284351"/>
                    </a:cubicBezTo>
                    <a:cubicBezTo>
                      <a:pt x="543433" y="1285367"/>
                      <a:pt x="538480" y="1285875"/>
                      <a:pt x="533527" y="1285875"/>
                    </a:cubicBezTo>
                    <a:lnTo>
                      <a:pt x="76327" y="1285875"/>
                    </a:lnTo>
                    <a:cubicBezTo>
                      <a:pt x="71374" y="1285875"/>
                      <a:pt x="66421" y="1285367"/>
                      <a:pt x="61468" y="1284351"/>
                    </a:cubicBezTo>
                    <a:cubicBezTo>
                      <a:pt x="56515" y="1283335"/>
                      <a:pt x="51816" y="1281938"/>
                      <a:pt x="47117" y="1280033"/>
                    </a:cubicBezTo>
                    <a:cubicBezTo>
                      <a:pt x="42418" y="1278128"/>
                      <a:pt x="38100" y="1275715"/>
                      <a:pt x="33909" y="1273048"/>
                    </a:cubicBezTo>
                    <a:cubicBezTo>
                      <a:pt x="29718" y="1270381"/>
                      <a:pt x="25908" y="1267079"/>
                      <a:pt x="22352" y="1263523"/>
                    </a:cubicBezTo>
                    <a:cubicBezTo>
                      <a:pt x="18796" y="1259967"/>
                      <a:pt x="15621" y="1256157"/>
                      <a:pt x="12827" y="1251966"/>
                    </a:cubicBezTo>
                    <a:cubicBezTo>
                      <a:pt x="10033" y="1247775"/>
                      <a:pt x="7747" y="1243457"/>
                      <a:pt x="5842" y="1238758"/>
                    </a:cubicBezTo>
                    <a:cubicBezTo>
                      <a:pt x="3937" y="1234059"/>
                      <a:pt x="2540" y="1229360"/>
                      <a:pt x="1524" y="1224534"/>
                    </a:cubicBezTo>
                    <a:cubicBezTo>
                      <a:pt x="508" y="1219708"/>
                      <a:pt x="0" y="1214628"/>
                      <a:pt x="0" y="1209675"/>
                    </a:cubicBezTo>
                    <a:close/>
                  </a:path>
                </a:pathLst>
              </a:custGeom>
              <a:solidFill>
                <a:srgbClr val="7C5CFC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418084" y="1179703"/>
                <a:ext cx="400431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0431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43154" y="0"/>
                    </a:lnTo>
                    <a:cubicBezTo>
                      <a:pt x="346964" y="0"/>
                      <a:pt x="350647" y="381"/>
                      <a:pt x="354330" y="1143"/>
                    </a:cubicBezTo>
                    <a:cubicBezTo>
                      <a:pt x="358013" y="1905"/>
                      <a:pt x="361569" y="2921"/>
                      <a:pt x="364998" y="4445"/>
                    </a:cubicBezTo>
                    <a:cubicBezTo>
                      <a:pt x="368427" y="5969"/>
                      <a:pt x="371729" y="7620"/>
                      <a:pt x="374904" y="9779"/>
                    </a:cubicBezTo>
                    <a:cubicBezTo>
                      <a:pt x="378079" y="11938"/>
                      <a:pt x="380873" y="14224"/>
                      <a:pt x="383540" y="16891"/>
                    </a:cubicBezTo>
                    <a:cubicBezTo>
                      <a:pt x="386207" y="19558"/>
                      <a:pt x="388620" y="22479"/>
                      <a:pt x="390652" y="25527"/>
                    </a:cubicBezTo>
                    <a:cubicBezTo>
                      <a:pt x="392684" y="28575"/>
                      <a:pt x="394462" y="32004"/>
                      <a:pt x="395986" y="35433"/>
                    </a:cubicBezTo>
                    <a:cubicBezTo>
                      <a:pt x="397510" y="38862"/>
                      <a:pt x="398526" y="42418"/>
                      <a:pt x="399288" y="46101"/>
                    </a:cubicBezTo>
                    <a:cubicBezTo>
                      <a:pt x="400050" y="49784"/>
                      <a:pt x="400431" y="53467"/>
                      <a:pt x="400431" y="57277"/>
                    </a:cubicBezTo>
                    <a:lnTo>
                      <a:pt x="400431" y="171577"/>
                    </a:lnTo>
                    <a:cubicBezTo>
                      <a:pt x="400431" y="175387"/>
                      <a:pt x="400050" y="179070"/>
                      <a:pt x="399288" y="182753"/>
                    </a:cubicBezTo>
                    <a:cubicBezTo>
                      <a:pt x="398526" y="186436"/>
                      <a:pt x="397510" y="189992"/>
                      <a:pt x="395986" y="193421"/>
                    </a:cubicBezTo>
                    <a:cubicBezTo>
                      <a:pt x="394462" y="196850"/>
                      <a:pt x="392811" y="200152"/>
                      <a:pt x="390652" y="203327"/>
                    </a:cubicBezTo>
                    <a:cubicBezTo>
                      <a:pt x="388493" y="206502"/>
                      <a:pt x="386207" y="209296"/>
                      <a:pt x="383540" y="211963"/>
                    </a:cubicBezTo>
                    <a:cubicBezTo>
                      <a:pt x="380873" y="214630"/>
                      <a:pt x="377952" y="217043"/>
                      <a:pt x="374904" y="219075"/>
                    </a:cubicBezTo>
                    <a:cubicBezTo>
                      <a:pt x="371856" y="221107"/>
                      <a:pt x="368427" y="222885"/>
                      <a:pt x="364998" y="224409"/>
                    </a:cubicBezTo>
                    <a:cubicBezTo>
                      <a:pt x="361569" y="225933"/>
                      <a:pt x="358013" y="226949"/>
                      <a:pt x="354330" y="227711"/>
                    </a:cubicBezTo>
                    <a:cubicBezTo>
                      <a:pt x="350647" y="228473"/>
                      <a:pt x="346964" y="228854"/>
                      <a:pt x="343154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5562013" y="1018114"/>
              <a:ext cx="1881178" cy="2085217"/>
              <a:chOff x="0" y="0"/>
              <a:chExt cx="1236472" cy="137058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63500" y="63500"/>
                <a:ext cx="1109472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109472">
                    <a:moveTo>
                      <a:pt x="0" y="0"/>
                    </a:moveTo>
                    <a:lnTo>
                      <a:pt x="1109472" y="0"/>
                    </a:lnTo>
                    <a:lnTo>
                      <a:pt x="1109472" y="1243584"/>
                    </a:lnTo>
                    <a:lnTo>
                      <a:pt x="0" y="124358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 flipH="false" flipV="false" rot="0">
                <a:off x="312420" y="218186"/>
                <a:ext cx="609854" cy="742950"/>
              </a:xfrm>
              <a:custGeom>
                <a:avLst/>
                <a:gdLst/>
                <a:ahLst/>
                <a:cxnLst/>
                <a:rect r="r" b="b" t="t" l="l"/>
                <a:pathLst>
                  <a:path h="742950" w="609854">
                    <a:moveTo>
                      <a:pt x="254" y="66675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807"/>
                      <a:pt x="609854" y="114300"/>
                    </a:cubicBezTo>
                    <a:lnTo>
                      <a:pt x="609854" y="666750"/>
                    </a:lnTo>
                    <a:cubicBezTo>
                      <a:pt x="609854" y="671703"/>
                      <a:pt x="609346" y="676656"/>
                      <a:pt x="608330" y="681609"/>
                    </a:cubicBezTo>
                    <a:cubicBezTo>
                      <a:pt x="607314" y="686562"/>
                      <a:pt x="605917" y="691261"/>
                      <a:pt x="604012" y="695833"/>
                    </a:cubicBezTo>
                    <a:cubicBezTo>
                      <a:pt x="602107" y="700405"/>
                      <a:pt x="599694" y="704850"/>
                      <a:pt x="597027" y="709041"/>
                    </a:cubicBezTo>
                    <a:cubicBezTo>
                      <a:pt x="594360" y="713232"/>
                      <a:pt x="591058" y="717042"/>
                      <a:pt x="587502" y="720598"/>
                    </a:cubicBezTo>
                    <a:cubicBezTo>
                      <a:pt x="583946" y="724154"/>
                      <a:pt x="580136" y="727329"/>
                      <a:pt x="575945" y="730123"/>
                    </a:cubicBezTo>
                    <a:cubicBezTo>
                      <a:pt x="571754" y="732917"/>
                      <a:pt x="567436" y="735203"/>
                      <a:pt x="562737" y="737108"/>
                    </a:cubicBezTo>
                    <a:cubicBezTo>
                      <a:pt x="558038" y="739013"/>
                      <a:pt x="553339" y="740410"/>
                      <a:pt x="548386" y="741426"/>
                    </a:cubicBezTo>
                    <a:cubicBezTo>
                      <a:pt x="543433" y="742442"/>
                      <a:pt x="538480" y="742950"/>
                      <a:pt x="533527" y="742950"/>
                    </a:cubicBezTo>
                    <a:lnTo>
                      <a:pt x="76327" y="742950"/>
                    </a:lnTo>
                    <a:cubicBezTo>
                      <a:pt x="71374" y="742950"/>
                      <a:pt x="66421" y="742442"/>
                      <a:pt x="61468" y="741426"/>
                    </a:cubicBezTo>
                    <a:cubicBezTo>
                      <a:pt x="56515" y="740410"/>
                      <a:pt x="51816" y="739013"/>
                      <a:pt x="47117" y="737108"/>
                    </a:cubicBezTo>
                    <a:cubicBezTo>
                      <a:pt x="42418" y="735203"/>
                      <a:pt x="38100" y="732790"/>
                      <a:pt x="33909" y="730123"/>
                    </a:cubicBezTo>
                    <a:cubicBezTo>
                      <a:pt x="29718" y="727456"/>
                      <a:pt x="25908" y="724154"/>
                      <a:pt x="22352" y="720598"/>
                    </a:cubicBezTo>
                    <a:cubicBezTo>
                      <a:pt x="18796" y="717042"/>
                      <a:pt x="15621" y="713232"/>
                      <a:pt x="12827" y="709041"/>
                    </a:cubicBezTo>
                    <a:cubicBezTo>
                      <a:pt x="10033" y="704850"/>
                      <a:pt x="7747" y="700532"/>
                      <a:pt x="5842" y="695833"/>
                    </a:cubicBezTo>
                    <a:cubicBezTo>
                      <a:pt x="3937" y="691134"/>
                      <a:pt x="2540" y="686435"/>
                      <a:pt x="1524" y="681609"/>
                    </a:cubicBezTo>
                    <a:cubicBezTo>
                      <a:pt x="508" y="676783"/>
                      <a:pt x="0" y="671703"/>
                      <a:pt x="0" y="66675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 flipH="false" flipV="false" rot="0">
                <a:off x="426974" y="637159"/>
                <a:ext cx="381254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381254">
                    <a:moveTo>
                      <a:pt x="0" y="171577"/>
                    </a:moveTo>
                    <a:lnTo>
                      <a:pt x="0" y="57277"/>
                    </a:lnTo>
                    <a:cubicBezTo>
                      <a:pt x="0" y="53467"/>
                      <a:pt x="381" y="49784"/>
                      <a:pt x="1143" y="46101"/>
                    </a:cubicBezTo>
                    <a:cubicBezTo>
                      <a:pt x="1905" y="42418"/>
                      <a:pt x="2921" y="38862"/>
                      <a:pt x="4445" y="35433"/>
                    </a:cubicBezTo>
                    <a:cubicBezTo>
                      <a:pt x="5969" y="32004"/>
                      <a:pt x="7620" y="28702"/>
                      <a:pt x="9779" y="25527"/>
                    </a:cubicBezTo>
                    <a:cubicBezTo>
                      <a:pt x="11938" y="22352"/>
                      <a:pt x="14224" y="19558"/>
                      <a:pt x="16891" y="16891"/>
                    </a:cubicBezTo>
                    <a:cubicBezTo>
                      <a:pt x="19558" y="14224"/>
                      <a:pt x="22479" y="11811"/>
                      <a:pt x="25527" y="9779"/>
                    </a:cubicBezTo>
                    <a:cubicBezTo>
                      <a:pt x="28575" y="7747"/>
                      <a:pt x="32004" y="5969"/>
                      <a:pt x="35433" y="4445"/>
                    </a:cubicBezTo>
                    <a:cubicBezTo>
                      <a:pt x="38862" y="2921"/>
                      <a:pt x="42418" y="1905"/>
                      <a:pt x="46101" y="1143"/>
                    </a:cubicBezTo>
                    <a:cubicBezTo>
                      <a:pt x="49784" y="381"/>
                      <a:pt x="53467" y="0"/>
                      <a:pt x="57277" y="0"/>
                    </a:cubicBezTo>
                    <a:lnTo>
                      <a:pt x="323977" y="0"/>
                    </a:lnTo>
                    <a:cubicBezTo>
                      <a:pt x="327787" y="0"/>
                      <a:pt x="331470" y="381"/>
                      <a:pt x="335153" y="1143"/>
                    </a:cubicBezTo>
                    <a:cubicBezTo>
                      <a:pt x="338836" y="1905"/>
                      <a:pt x="342392" y="2921"/>
                      <a:pt x="345821" y="4445"/>
                    </a:cubicBezTo>
                    <a:cubicBezTo>
                      <a:pt x="349250" y="5969"/>
                      <a:pt x="352552" y="7620"/>
                      <a:pt x="355727" y="9779"/>
                    </a:cubicBezTo>
                    <a:cubicBezTo>
                      <a:pt x="358902" y="11938"/>
                      <a:pt x="361696" y="14224"/>
                      <a:pt x="364363" y="16891"/>
                    </a:cubicBezTo>
                    <a:cubicBezTo>
                      <a:pt x="367030" y="19558"/>
                      <a:pt x="369443" y="22479"/>
                      <a:pt x="371475" y="25527"/>
                    </a:cubicBezTo>
                    <a:cubicBezTo>
                      <a:pt x="373507" y="28575"/>
                      <a:pt x="375285" y="32004"/>
                      <a:pt x="376809" y="35433"/>
                    </a:cubicBezTo>
                    <a:cubicBezTo>
                      <a:pt x="378333" y="38862"/>
                      <a:pt x="379349" y="42418"/>
                      <a:pt x="380111" y="46101"/>
                    </a:cubicBezTo>
                    <a:cubicBezTo>
                      <a:pt x="380873" y="49784"/>
                      <a:pt x="381254" y="53467"/>
                      <a:pt x="381254" y="57277"/>
                    </a:cubicBezTo>
                    <a:lnTo>
                      <a:pt x="381254" y="171577"/>
                    </a:lnTo>
                    <a:cubicBezTo>
                      <a:pt x="381254" y="175387"/>
                      <a:pt x="380873" y="179070"/>
                      <a:pt x="380111" y="182753"/>
                    </a:cubicBezTo>
                    <a:cubicBezTo>
                      <a:pt x="379349" y="186436"/>
                      <a:pt x="378333" y="189992"/>
                      <a:pt x="376809" y="193421"/>
                    </a:cubicBezTo>
                    <a:cubicBezTo>
                      <a:pt x="375285" y="196850"/>
                      <a:pt x="373634" y="200152"/>
                      <a:pt x="371475" y="203327"/>
                    </a:cubicBezTo>
                    <a:cubicBezTo>
                      <a:pt x="369316" y="206502"/>
                      <a:pt x="367030" y="209296"/>
                      <a:pt x="364363" y="211963"/>
                    </a:cubicBezTo>
                    <a:cubicBezTo>
                      <a:pt x="361696" y="214630"/>
                      <a:pt x="358775" y="217043"/>
                      <a:pt x="355727" y="219075"/>
                    </a:cubicBezTo>
                    <a:cubicBezTo>
                      <a:pt x="352679" y="221107"/>
                      <a:pt x="349250" y="222885"/>
                      <a:pt x="345821" y="224409"/>
                    </a:cubicBezTo>
                    <a:cubicBezTo>
                      <a:pt x="342392" y="225933"/>
                      <a:pt x="338836" y="226949"/>
                      <a:pt x="335153" y="227711"/>
                    </a:cubicBezTo>
                    <a:cubicBezTo>
                      <a:pt x="331470" y="228473"/>
                      <a:pt x="327787" y="228854"/>
                      <a:pt x="323977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2688701" y="410632"/>
              <a:ext cx="1876540" cy="2692698"/>
              <a:chOff x="0" y="0"/>
              <a:chExt cx="1233424" cy="176987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63500" y="63500"/>
                <a:ext cx="1106424" cy="1642872"/>
              </a:xfrm>
              <a:custGeom>
                <a:avLst/>
                <a:gdLst/>
                <a:ahLst/>
                <a:cxnLst/>
                <a:rect r="r" b="b" t="t" l="l"/>
                <a:pathLst>
                  <a:path h="1642872" w="1106424">
                    <a:moveTo>
                      <a:pt x="0" y="0"/>
                    </a:moveTo>
                    <a:lnTo>
                      <a:pt x="1106424" y="0"/>
                    </a:lnTo>
                    <a:lnTo>
                      <a:pt x="1106424" y="1642872"/>
                    </a:lnTo>
                    <a:lnTo>
                      <a:pt x="0" y="16428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311658" y="217424"/>
                <a:ext cx="609854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609854">
                    <a:moveTo>
                      <a:pt x="254" y="1066800"/>
                    </a:moveTo>
                    <a:lnTo>
                      <a:pt x="254" y="114300"/>
                    </a:lnTo>
                    <a:cubicBezTo>
                      <a:pt x="254" y="106807"/>
                      <a:pt x="1016" y="99314"/>
                      <a:pt x="2413" y="91948"/>
                    </a:cubicBezTo>
                    <a:cubicBezTo>
                      <a:pt x="3810" y="84582"/>
                      <a:pt x="6096" y="77470"/>
                      <a:pt x="8890" y="70485"/>
                    </a:cubicBezTo>
                    <a:cubicBezTo>
                      <a:pt x="11684" y="63500"/>
                      <a:pt x="15240" y="57023"/>
                      <a:pt x="19431" y="50673"/>
                    </a:cubicBezTo>
                    <a:cubicBezTo>
                      <a:pt x="23622" y="44323"/>
                      <a:pt x="28321" y="38608"/>
                      <a:pt x="33655" y="33401"/>
                    </a:cubicBezTo>
                    <a:cubicBezTo>
                      <a:pt x="38989" y="28194"/>
                      <a:pt x="44704" y="23368"/>
                      <a:pt x="50927" y="19177"/>
                    </a:cubicBezTo>
                    <a:cubicBezTo>
                      <a:pt x="57150" y="14986"/>
                      <a:pt x="63754" y="11430"/>
                      <a:pt x="70739" y="8636"/>
                    </a:cubicBezTo>
                    <a:cubicBezTo>
                      <a:pt x="77724" y="5842"/>
                      <a:pt x="84836" y="3556"/>
                      <a:pt x="92202" y="2159"/>
                    </a:cubicBezTo>
                    <a:cubicBezTo>
                      <a:pt x="99568" y="762"/>
                      <a:pt x="106934" y="0"/>
                      <a:pt x="114554" y="0"/>
                    </a:cubicBezTo>
                    <a:lnTo>
                      <a:pt x="495554" y="0"/>
                    </a:lnTo>
                    <a:cubicBezTo>
                      <a:pt x="503047" y="0"/>
                      <a:pt x="510540" y="762"/>
                      <a:pt x="517906" y="2159"/>
                    </a:cubicBezTo>
                    <a:cubicBezTo>
                      <a:pt x="525272" y="3556"/>
                      <a:pt x="532384" y="5842"/>
                      <a:pt x="539369" y="8636"/>
                    </a:cubicBezTo>
                    <a:cubicBezTo>
                      <a:pt x="546354" y="11430"/>
                      <a:pt x="552831" y="14986"/>
                      <a:pt x="559181" y="19177"/>
                    </a:cubicBezTo>
                    <a:cubicBezTo>
                      <a:pt x="565531" y="23368"/>
                      <a:pt x="571246" y="28067"/>
                      <a:pt x="576453" y="33401"/>
                    </a:cubicBezTo>
                    <a:cubicBezTo>
                      <a:pt x="581660" y="38735"/>
                      <a:pt x="586486" y="44450"/>
                      <a:pt x="590677" y="50673"/>
                    </a:cubicBezTo>
                    <a:cubicBezTo>
                      <a:pt x="594868" y="56896"/>
                      <a:pt x="598424" y="63500"/>
                      <a:pt x="601218" y="70485"/>
                    </a:cubicBezTo>
                    <a:cubicBezTo>
                      <a:pt x="604012" y="77470"/>
                      <a:pt x="606298" y="84582"/>
                      <a:pt x="607695" y="91948"/>
                    </a:cubicBezTo>
                    <a:cubicBezTo>
                      <a:pt x="609092" y="99314"/>
                      <a:pt x="609854" y="106680"/>
                      <a:pt x="609854" y="114300"/>
                    </a:cubicBezTo>
                    <a:lnTo>
                      <a:pt x="609854" y="1066800"/>
                    </a:lnTo>
                    <a:cubicBezTo>
                      <a:pt x="609854" y="1071753"/>
                      <a:pt x="609346" y="1076706"/>
                      <a:pt x="608330" y="1081659"/>
                    </a:cubicBezTo>
                    <a:cubicBezTo>
                      <a:pt x="607314" y="1086612"/>
                      <a:pt x="605917" y="1091311"/>
                      <a:pt x="604012" y="1095883"/>
                    </a:cubicBezTo>
                    <a:cubicBezTo>
                      <a:pt x="602107" y="1100455"/>
                      <a:pt x="599694" y="1104900"/>
                      <a:pt x="597027" y="1109091"/>
                    </a:cubicBezTo>
                    <a:cubicBezTo>
                      <a:pt x="594360" y="1113282"/>
                      <a:pt x="591058" y="1117092"/>
                      <a:pt x="587502" y="1120648"/>
                    </a:cubicBezTo>
                    <a:cubicBezTo>
                      <a:pt x="583946" y="1124204"/>
                      <a:pt x="580136" y="1127379"/>
                      <a:pt x="575945" y="1130173"/>
                    </a:cubicBezTo>
                    <a:cubicBezTo>
                      <a:pt x="571754" y="1132967"/>
                      <a:pt x="567436" y="1135253"/>
                      <a:pt x="562737" y="1137158"/>
                    </a:cubicBezTo>
                    <a:cubicBezTo>
                      <a:pt x="558038" y="1139063"/>
                      <a:pt x="553339" y="1140460"/>
                      <a:pt x="548386" y="1141476"/>
                    </a:cubicBezTo>
                    <a:cubicBezTo>
                      <a:pt x="543433" y="1142492"/>
                      <a:pt x="538480" y="1143000"/>
                      <a:pt x="533527" y="1143000"/>
                    </a:cubicBezTo>
                    <a:lnTo>
                      <a:pt x="76327" y="1143000"/>
                    </a:lnTo>
                    <a:cubicBezTo>
                      <a:pt x="71374" y="1143000"/>
                      <a:pt x="66421" y="1142492"/>
                      <a:pt x="61468" y="1141476"/>
                    </a:cubicBezTo>
                    <a:cubicBezTo>
                      <a:pt x="56515" y="1140460"/>
                      <a:pt x="51816" y="1139063"/>
                      <a:pt x="47117" y="1137158"/>
                    </a:cubicBezTo>
                    <a:cubicBezTo>
                      <a:pt x="42418" y="1135253"/>
                      <a:pt x="38100" y="1132840"/>
                      <a:pt x="33909" y="1130173"/>
                    </a:cubicBezTo>
                    <a:cubicBezTo>
                      <a:pt x="29718" y="1127506"/>
                      <a:pt x="25908" y="1124204"/>
                      <a:pt x="22352" y="1120648"/>
                    </a:cubicBezTo>
                    <a:cubicBezTo>
                      <a:pt x="18796" y="1117092"/>
                      <a:pt x="15621" y="1113282"/>
                      <a:pt x="12827" y="1109091"/>
                    </a:cubicBezTo>
                    <a:cubicBezTo>
                      <a:pt x="10033" y="1104900"/>
                      <a:pt x="7747" y="1100582"/>
                      <a:pt x="5842" y="1095883"/>
                    </a:cubicBezTo>
                    <a:cubicBezTo>
                      <a:pt x="3937" y="1091184"/>
                      <a:pt x="2540" y="1086485"/>
                      <a:pt x="1524" y="1081659"/>
                    </a:cubicBezTo>
                    <a:cubicBezTo>
                      <a:pt x="508" y="1076833"/>
                      <a:pt x="0" y="1071753"/>
                      <a:pt x="0" y="106680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416560" y="1036447"/>
                <a:ext cx="409829" cy="228854"/>
              </a:xfrm>
              <a:custGeom>
                <a:avLst/>
                <a:gdLst/>
                <a:ahLst/>
                <a:cxnLst/>
                <a:rect r="r" b="b" t="t" l="l"/>
                <a:pathLst>
                  <a:path h="228854" w="409829">
                    <a:moveTo>
                      <a:pt x="127" y="171577"/>
                    </a:moveTo>
                    <a:lnTo>
                      <a:pt x="127" y="57277"/>
                    </a:lnTo>
                    <a:cubicBezTo>
                      <a:pt x="127" y="53467"/>
                      <a:pt x="508" y="49784"/>
                      <a:pt x="1270" y="46101"/>
                    </a:cubicBezTo>
                    <a:cubicBezTo>
                      <a:pt x="2032" y="42418"/>
                      <a:pt x="3048" y="38862"/>
                      <a:pt x="4572" y="35433"/>
                    </a:cubicBezTo>
                    <a:cubicBezTo>
                      <a:pt x="6096" y="32004"/>
                      <a:pt x="7747" y="28702"/>
                      <a:pt x="9906" y="25527"/>
                    </a:cubicBezTo>
                    <a:cubicBezTo>
                      <a:pt x="12065" y="22352"/>
                      <a:pt x="14351" y="19558"/>
                      <a:pt x="17018" y="16891"/>
                    </a:cubicBezTo>
                    <a:cubicBezTo>
                      <a:pt x="19685" y="14224"/>
                      <a:pt x="22606" y="11811"/>
                      <a:pt x="25654" y="9779"/>
                    </a:cubicBezTo>
                    <a:cubicBezTo>
                      <a:pt x="28702" y="7747"/>
                      <a:pt x="32131" y="5969"/>
                      <a:pt x="35560" y="4445"/>
                    </a:cubicBezTo>
                    <a:cubicBezTo>
                      <a:pt x="38989" y="2921"/>
                      <a:pt x="42545" y="1905"/>
                      <a:pt x="46228" y="1143"/>
                    </a:cubicBezTo>
                    <a:cubicBezTo>
                      <a:pt x="49911" y="381"/>
                      <a:pt x="53594" y="0"/>
                      <a:pt x="57404" y="0"/>
                    </a:cubicBezTo>
                    <a:lnTo>
                      <a:pt x="352552" y="0"/>
                    </a:lnTo>
                    <a:cubicBezTo>
                      <a:pt x="356362" y="0"/>
                      <a:pt x="360045" y="381"/>
                      <a:pt x="363728" y="1143"/>
                    </a:cubicBezTo>
                    <a:cubicBezTo>
                      <a:pt x="367411" y="1905"/>
                      <a:pt x="370967" y="2921"/>
                      <a:pt x="374396" y="4445"/>
                    </a:cubicBezTo>
                    <a:cubicBezTo>
                      <a:pt x="377825" y="5969"/>
                      <a:pt x="381127" y="7620"/>
                      <a:pt x="384302" y="9779"/>
                    </a:cubicBezTo>
                    <a:cubicBezTo>
                      <a:pt x="387477" y="11938"/>
                      <a:pt x="390271" y="14224"/>
                      <a:pt x="392938" y="16891"/>
                    </a:cubicBezTo>
                    <a:cubicBezTo>
                      <a:pt x="395605" y="19558"/>
                      <a:pt x="398018" y="22479"/>
                      <a:pt x="400050" y="25527"/>
                    </a:cubicBezTo>
                    <a:cubicBezTo>
                      <a:pt x="402082" y="28575"/>
                      <a:pt x="403860" y="32004"/>
                      <a:pt x="405384" y="35433"/>
                    </a:cubicBezTo>
                    <a:cubicBezTo>
                      <a:pt x="406908" y="38862"/>
                      <a:pt x="407924" y="42418"/>
                      <a:pt x="408686" y="46101"/>
                    </a:cubicBezTo>
                    <a:cubicBezTo>
                      <a:pt x="409448" y="49784"/>
                      <a:pt x="409829" y="53467"/>
                      <a:pt x="409829" y="57277"/>
                    </a:cubicBezTo>
                    <a:lnTo>
                      <a:pt x="409829" y="171577"/>
                    </a:lnTo>
                    <a:cubicBezTo>
                      <a:pt x="409829" y="175387"/>
                      <a:pt x="409448" y="179070"/>
                      <a:pt x="408686" y="182753"/>
                    </a:cubicBezTo>
                    <a:cubicBezTo>
                      <a:pt x="407924" y="186436"/>
                      <a:pt x="406908" y="189992"/>
                      <a:pt x="405384" y="193421"/>
                    </a:cubicBezTo>
                    <a:cubicBezTo>
                      <a:pt x="403860" y="196850"/>
                      <a:pt x="402209" y="200152"/>
                      <a:pt x="400050" y="203327"/>
                    </a:cubicBezTo>
                    <a:cubicBezTo>
                      <a:pt x="397891" y="206502"/>
                      <a:pt x="395605" y="209296"/>
                      <a:pt x="392938" y="211963"/>
                    </a:cubicBezTo>
                    <a:cubicBezTo>
                      <a:pt x="390271" y="214630"/>
                      <a:pt x="387350" y="217043"/>
                      <a:pt x="384302" y="219075"/>
                    </a:cubicBezTo>
                    <a:cubicBezTo>
                      <a:pt x="381254" y="221107"/>
                      <a:pt x="377825" y="222885"/>
                      <a:pt x="374396" y="224409"/>
                    </a:cubicBezTo>
                    <a:cubicBezTo>
                      <a:pt x="370967" y="225933"/>
                      <a:pt x="367411" y="226949"/>
                      <a:pt x="363728" y="227711"/>
                    </a:cubicBezTo>
                    <a:cubicBezTo>
                      <a:pt x="360045" y="228473"/>
                      <a:pt x="356362" y="228854"/>
                      <a:pt x="352552" y="228854"/>
                    </a:cubicBezTo>
                    <a:lnTo>
                      <a:pt x="57277" y="228854"/>
                    </a:lnTo>
                    <a:cubicBezTo>
                      <a:pt x="53467" y="228854"/>
                      <a:pt x="49784" y="228473"/>
                      <a:pt x="46101" y="227711"/>
                    </a:cubicBezTo>
                    <a:cubicBezTo>
                      <a:pt x="42418" y="226949"/>
                      <a:pt x="38862" y="225933"/>
                      <a:pt x="35433" y="224409"/>
                    </a:cubicBezTo>
                    <a:cubicBezTo>
                      <a:pt x="32004" y="222885"/>
                      <a:pt x="28702" y="221234"/>
                      <a:pt x="25527" y="219075"/>
                    </a:cubicBezTo>
                    <a:cubicBezTo>
                      <a:pt x="22352" y="216916"/>
                      <a:pt x="19558" y="214630"/>
                      <a:pt x="16891" y="211963"/>
                    </a:cubicBezTo>
                    <a:cubicBezTo>
                      <a:pt x="14224" y="209296"/>
                      <a:pt x="11811" y="206375"/>
                      <a:pt x="9779" y="203327"/>
                    </a:cubicBezTo>
                    <a:cubicBezTo>
                      <a:pt x="7747" y="200279"/>
                      <a:pt x="5969" y="196977"/>
                      <a:pt x="4445" y="193421"/>
                    </a:cubicBezTo>
                    <a:cubicBezTo>
                      <a:pt x="2921" y="189865"/>
                      <a:pt x="1905" y="186436"/>
                      <a:pt x="1143" y="182753"/>
                    </a:cubicBezTo>
                    <a:cubicBezTo>
                      <a:pt x="381" y="179070"/>
                      <a:pt x="0" y="175387"/>
                      <a:pt x="0" y="171577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</p:grpSp>
        <p:sp>
          <p:nvSpPr>
            <p:cNvPr name="TextBox 75" id="75"/>
            <p:cNvSpPr txBox="true"/>
            <p:nvPr/>
          </p:nvSpPr>
          <p:spPr>
            <a:xfrm rot="0">
              <a:off x="624803" y="2006031"/>
              <a:ext cx="54113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300'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2015354" y="2006031"/>
              <a:ext cx="502841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270'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3368797" y="2006031"/>
              <a:ext cx="53875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240'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4807166" y="2006031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210'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6257446" y="1993331"/>
              <a:ext cx="482402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150'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7638869" y="1993331"/>
              <a:ext cx="462359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120'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162783" y="5555859"/>
            <a:ext cx="907418" cy="584840"/>
            <a:chOff x="0" y="0"/>
            <a:chExt cx="238991" cy="1540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E5484D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300'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4259779" y="5555859"/>
            <a:ext cx="907418" cy="584840"/>
            <a:chOff x="0" y="0"/>
            <a:chExt cx="238991" cy="1540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6B3CD4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270</a:t>
              </a: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'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162126" y="5555859"/>
            <a:ext cx="907418" cy="584840"/>
            <a:chOff x="0" y="0"/>
            <a:chExt cx="238991" cy="1540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F08C1A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210</a:t>
              </a: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'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60170" y="5555859"/>
            <a:ext cx="907418" cy="584840"/>
            <a:chOff x="0" y="0"/>
            <a:chExt cx="238991" cy="15403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E2569B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120</a:t>
              </a: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'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162783" y="6528697"/>
            <a:ext cx="907418" cy="584840"/>
            <a:chOff x="0" y="0"/>
            <a:chExt cx="238991" cy="15403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E5484D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240</a:t>
              </a: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'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259779" y="6528697"/>
            <a:ext cx="907418" cy="584840"/>
            <a:chOff x="0" y="0"/>
            <a:chExt cx="238991" cy="15403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6B3CD4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100</a:t>
              </a: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'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162126" y="6528697"/>
            <a:ext cx="907418" cy="584840"/>
            <a:chOff x="0" y="0"/>
            <a:chExt cx="238991" cy="15403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F08C1A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150'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260170" y="6528697"/>
            <a:ext cx="907418" cy="584840"/>
            <a:chOff x="0" y="0"/>
            <a:chExt cx="238991" cy="15403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8991" cy="154032"/>
            </a:xfrm>
            <a:custGeom>
              <a:avLst/>
              <a:gdLst/>
              <a:ahLst/>
              <a:cxnLst/>
              <a:rect r="r" b="b" t="t" l="l"/>
              <a:pathLst>
                <a:path h="154032" w="238991">
                  <a:moveTo>
                    <a:pt x="77016" y="0"/>
                  </a:moveTo>
                  <a:lnTo>
                    <a:pt x="161975" y="0"/>
                  </a:lnTo>
                  <a:cubicBezTo>
                    <a:pt x="182401" y="0"/>
                    <a:pt x="201990" y="8114"/>
                    <a:pt x="216433" y="22557"/>
                  </a:cubicBezTo>
                  <a:cubicBezTo>
                    <a:pt x="230877" y="37001"/>
                    <a:pt x="238991" y="56590"/>
                    <a:pt x="238991" y="77016"/>
                  </a:cubicBezTo>
                  <a:lnTo>
                    <a:pt x="238991" y="77016"/>
                  </a:lnTo>
                  <a:cubicBezTo>
                    <a:pt x="238991" y="97442"/>
                    <a:pt x="230877" y="117031"/>
                    <a:pt x="216433" y="131474"/>
                  </a:cubicBezTo>
                  <a:cubicBezTo>
                    <a:pt x="201990" y="145918"/>
                    <a:pt x="182401" y="154032"/>
                    <a:pt x="161975" y="154032"/>
                  </a:cubicBezTo>
                  <a:lnTo>
                    <a:pt x="77016" y="154032"/>
                  </a:lnTo>
                  <a:cubicBezTo>
                    <a:pt x="56590" y="154032"/>
                    <a:pt x="37001" y="145918"/>
                    <a:pt x="22557" y="131474"/>
                  </a:cubicBezTo>
                  <a:cubicBezTo>
                    <a:pt x="8114" y="117031"/>
                    <a:pt x="0" y="97442"/>
                    <a:pt x="0" y="77016"/>
                  </a:cubicBezTo>
                  <a:lnTo>
                    <a:pt x="0" y="77016"/>
                  </a:lnTo>
                  <a:cubicBezTo>
                    <a:pt x="0" y="56590"/>
                    <a:pt x="8114" y="37001"/>
                    <a:pt x="22557" y="22557"/>
                  </a:cubicBezTo>
                  <a:cubicBezTo>
                    <a:pt x="37001" y="8114"/>
                    <a:pt x="56590" y="0"/>
                    <a:pt x="77016" y="0"/>
                  </a:cubicBezTo>
                  <a:close/>
                </a:path>
              </a:pathLst>
            </a:custGeom>
            <a:solidFill>
              <a:srgbClr val="E2569B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238991" cy="2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90'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4247" y="8327384"/>
            <a:ext cx="12471397" cy="1260472"/>
            <a:chOff x="0" y="0"/>
            <a:chExt cx="16628529" cy="1680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28529" cy="1680629"/>
            </a:xfrm>
            <a:custGeom>
              <a:avLst/>
              <a:gdLst/>
              <a:ahLst/>
              <a:cxnLst/>
              <a:rect r="r" b="b" t="t" l="l"/>
              <a:pathLst>
                <a:path h="1680629" w="16628529">
                  <a:moveTo>
                    <a:pt x="0" y="0"/>
                  </a:moveTo>
                  <a:lnTo>
                    <a:pt x="16628529" y="0"/>
                  </a:lnTo>
                  <a:lnTo>
                    <a:pt x="16628529" y="1680629"/>
                  </a:lnTo>
                  <a:lnTo>
                    <a:pt x="0" y="168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16571" y="442570"/>
              <a:ext cx="14803260" cy="854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9"/>
                </a:lnSpc>
              </a:pP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Si itera sulla lista ordinata e, per </a:t>
              </a: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ogni intervento rimasto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, si cerca il </a:t>
              </a:r>
              <a:r>
                <a:rPr lang="en-US" b="true" sz="172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bestSlot</a:t>
              </a:r>
              <a:r>
                <a:rPr lang="en-US" sz="1725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 su tutti i giorni — con la stessa logica di piazzamento.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66" t="-65756" r="-30069" b="-8144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348105" y="755304"/>
            <a:ext cx="7591790" cy="2149821"/>
            <a:chOff x="0" y="0"/>
            <a:chExt cx="10122387" cy="286642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32502" y="748703"/>
              <a:ext cx="9857383" cy="211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FASE 2: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Riempimento con gli interventi rimasti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77397" y="3713923"/>
            <a:ext cx="3555997" cy="3194047"/>
            <a:chOff x="0" y="0"/>
            <a:chExt cx="4741329" cy="4258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41329" cy="4258729"/>
            </a:xfrm>
            <a:custGeom>
              <a:avLst/>
              <a:gdLst/>
              <a:ahLst/>
              <a:cxnLst/>
              <a:rect r="r" b="b" t="t" l="l"/>
              <a:pathLst>
                <a:path h="4258729" w="4741329">
                  <a:moveTo>
                    <a:pt x="0" y="0"/>
                  </a:moveTo>
                  <a:lnTo>
                    <a:pt x="4741329" y="0"/>
                  </a:lnTo>
                  <a:lnTo>
                    <a:pt x="4741329" y="4258729"/>
                  </a:lnTo>
                  <a:lnTo>
                    <a:pt x="0" y="4258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964381" y="427131"/>
              <a:ext cx="2216391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 spc="37">
                  <a:solidFill>
                    <a:srgbClr val="E5484D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Non schedulati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51877" y="3394896"/>
            <a:ext cx="12342630" cy="4875339"/>
          </a:xfrm>
          <a:custGeom>
            <a:avLst/>
            <a:gdLst/>
            <a:ahLst/>
            <a:cxnLst/>
            <a:rect r="r" b="b" t="t" l="l"/>
            <a:pathLst>
              <a:path h="4875339" w="12342630">
                <a:moveTo>
                  <a:pt x="0" y="0"/>
                </a:moveTo>
                <a:lnTo>
                  <a:pt x="12342630" y="0"/>
                </a:lnTo>
                <a:lnTo>
                  <a:pt x="12342630" y="4875338"/>
                </a:lnTo>
                <a:lnTo>
                  <a:pt x="0" y="48753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9650" y="3121052"/>
            <a:ext cx="4622216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 spc="75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SI GENERA LA LISTA DI TUTTI I GIORNI DEL MESE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064948" y="4521500"/>
            <a:ext cx="3067862" cy="479717"/>
            <a:chOff x="0" y="0"/>
            <a:chExt cx="807997" cy="1263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7997" cy="126345"/>
            </a:xfrm>
            <a:custGeom>
              <a:avLst/>
              <a:gdLst/>
              <a:ahLst/>
              <a:cxnLst/>
              <a:rect r="r" b="b" t="t" l="l"/>
              <a:pathLst>
                <a:path h="126345" w="807997">
                  <a:moveTo>
                    <a:pt x="42900" y="0"/>
                  </a:moveTo>
                  <a:lnTo>
                    <a:pt x="765096" y="0"/>
                  </a:lnTo>
                  <a:cubicBezTo>
                    <a:pt x="776474" y="0"/>
                    <a:pt x="787386" y="4520"/>
                    <a:pt x="795431" y="12565"/>
                  </a:cubicBezTo>
                  <a:cubicBezTo>
                    <a:pt x="803477" y="20611"/>
                    <a:pt x="807997" y="31523"/>
                    <a:pt x="807997" y="42900"/>
                  </a:cubicBezTo>
                  <a:lnTo>
                    <a:pt x="807997" y="83445"/>
                  </a:lnTo>
                  <a:cubicBezTo>
                    <a:pt x="807997" y="94823"/>
                    <a:pt x="803477" y="105735"/>
                    <a:pt x="795431" y="113780"/>
                  </a:cubicBezTo>
                  <a:cubicBezTo>
                    <a:pt x="787386" y="121825"/>
                    <a:pt x="776474" y="126345"/>
                    <a:pt x="765096" y="126345"/>
                  </a:cubicBezTo>
                  <a:lnTo>
                    <a:pt x="42900" y="126345"/>
                  </a:lnTo>
                  <a:cubicBezTo>
                    <a:pt x="31523" y="126345"/>
                    <a:pt x="20611" y="121825"/>
                    <a:pt x="12565" y="113780"/>
                  </a:cubicBezTo>
                  <a:cubicBezTo>
                    <a:pt x="4520" y="105735"/>
                    <a:pt x="0" y="94823"/>
                    <a:pt x="0" y="83445"/>
                  </a:cubicBezTo>
                  <a:lnTo>
                    <a:pt x="0" y="42900"/>
                  </a:lnTo>
                  <a:cubicBezTo>
                    <a:pt x="0" y="31523"/>
                    <a:pt x="4520" y="20611"/>
                    <a:pt x="12565" y="12565"/>
                  </a:cubicBezTo>
                  <a:cubicBezTo>
                    <a:pt x="20611" y="4520"/>
                    <a:pt x="31523" y="0"/>
                    <a:pt x="42900" y="0"/>
                  </a:cubicBezTo>
                  <a:close/>
                </a:path>
              </a:pathLst>
            </a:custGeom>
            <a:solidFill>
              <a:srgbClr val="E2569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07997" cy="17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Ostetricia                  60'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64948" y="5071725"/>
            <a:ext cx="3067862" cy="479717"/>
            <a:chOff x="0" y="0"/>
            <a:chExt cx="807997" cy="1263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7997" cy="126345"/>
            </a:xfrm>
            <a:custGeom>
              <a:avLst/>
              <a:gdLst/>
              <a:ahLst/>
              <a:cxnLst/>
              <a:rect r="r" b="b" t="t" l="l"/>
              <a:pathLst>
                <a:path h="126345" w="807997">
                  <a:moveTo>
                    <a:pt x="42900" y="0"/>
                  </a:moveTo>
                  <a:lnTo>
                    <a:pt x="765096" y="0"/>
                  </a:lnTo>
                  <a:cubicBezTo>
                    <a:pt x="776474" y="0"/>
                    <a:pt x="787386" y="4520"/>
                    <a:pt x="795431" y="12565"/>
                  </a:cubicBezTo>
                  <a:cubicBezTo>
                    <a:pt x="803477" y="20611"/>
                    <a:pt x="807997" y="31523"/>
                    <a:pt x="807997" y="42900"/>
                  </a:cubicBezTo>
                  <a:lnTo>
                    <a:pt x="807997" y="83445"/>
                  </a:lnTo>
                  <a:cubicBezTo>
                    <a:pt x="807997" y="94823"/>
                    <a:pt x="803477" y="105735"/>
                    <a:pt x="795431" y="113780"/>
                  </a:cubicBezTo>
                  <a:cubicBezTo>
                    <a:pt x="787386" y="121825"/>
                    <a:pt x="776474" y="126345"/>
                    <a:pt x="765096" y="126345"/>
                  </a:cubicBezTo>
                  <a:lnTo>
                    <a:pt x="42900" y="126345"/>
                  </a:lnTo>
                  <a:cubicBezTo>
                    <a:pt x="31523" y="126345"/>
                    <a:pt x="20611" y="121825"/>
                    <a:pt x="12565" y="113780"/>
                  </a:cubicBezTo>
                  <a:cubicBezTo>
                    <a:pt x="4520" y="105735"/>
                    <a:pt x="0" y="94823"/>
                    <a:pt x="0" y="83445"/>
                  </a:cubicBezTo>
                  <a:lnTo>
                    <a:pt x="0" y="42900"/>
                  </a:lnTo>
                  <a:cubicBezTo>
                    <a:pt x="0" y="31523"/>
                    <a:pt x="4520" y="20611"/>
                    <a:pt x="12565" y="12565"/>
                  </a:cubicBezTo>
                  <a:cubicBezTo>
                    <a:pt x="20611" y="4520"/>
                    <a:pt x="31523" y="0"/>
                    <a:pt x="42900" y="0"/>
                  </a:cubicBezTo>
                  <a:close/>
                </a:path>
              </a:pathLst>
            </a:custGeom>
            <a:solidFill>
              <a:srgbClr val="F08C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07997" cy="173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Ortopedia                  30'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064948" y="5656016"/>
            <a:ext cx="319435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per un intervento</a:t>
            </a: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non esiste alcuno slot valido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non viene schedulato e finisce in questa sezione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80882">
            <a:off x="8580952" y="6888361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066" t="-65756" r="-30069" b="-8144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48105" y="755304"/>
            <a:ext cx="7591790" cy="1616421"/>
            <a:chOff x="0" y="0"/>
            <a:chExt cx="10122387" cy="215522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32502" y="748703"/>
              <a:ext cx="9857383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LOGICA DI PIAZZAMENTO: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Trovare il </a:t>
              </a:r>
              <a:r>
                <a:rPr lang="en-US" b="true" sz="3000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BestSlot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51877" y="3174340"/>
            <a:ext cx="1701765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b="true" sz="1575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Sale compatibili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33419" y="6118222"/>
            <a:ext cx="4360078" cy="507997"/>
            <a:chOff x="0" y="0"/>
            <a:chExt cx="5813438" cy="6773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7329" cy="677329"/>
            </a:xfrm>
            <a:custGeom>
              <a:avLst/>
              <a:gdLst/>
              <a:ahLst/>
              <a:cxnLst/>
              <a:rect r="r" b="b" t="t" l="l"/>
              <a:pathLst>
                <a:path h="677329" w="677329">
                  <a:moveTo>
                    <a:pt x="0" y="0"/>
                  </a:moveTo>
                  <a:lnTo>
                    <a:pt x="677329" y="0"/>
                  </a:lnTo>
                  <a:lnTo>
                    <a:pt x="677329" y="677329"/>
                  </a:lnTo>
                  <a:lnTo>
                    <a:pt x="0" y="67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795871" y="194488"/>
              <a:ext cx="274752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3A4D6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268552" y="200889"/>
              <a:ext cx="2819629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sforare oltre le 22:00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236187" y="194488"/>
              <a:ext cx="1577251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3A4D6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(fine turno)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33419" y="6632572"/>
            <a:ext cx="6946106" cy="507997"/>
            <a:chOff x="0" y="0"/>
            <a:chExt cx="9261475" cy="677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7329" cy="677329"/>
            </a:xfrm>
            <a:custGeom>
              <a:avLst/>
              <a:gdLst/>
              <a:ahLst/>
              <a:cxnLst/>
              <a:rect r="r" b="b" t="t" l="l"/>
              <a:pathLst>
                <a:path h="677329" w="677329">
                  <a:moveTo>
                    <a:pt x="0" y="0"/>
                  </a:moveTo>
                  <a:lnTo>
                    <a:pt x="677329" y="0"/>
                  </a:lnTo>
                  <a:lnTo>
                    <a:pt x="677329" y="677329"/>
                  </a:lnTo>
                  <a:lnTo>
                    <a:pt x="0" y="67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795871" y="194488"/>
              <a:ext cx="619963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3A4D6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606880" y="200889"/>
              <a:ext cx="2310651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sovrapposizione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075443" y="194488"/>
              <a:ext cx="5186032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3A4D6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 un intervento dello stesso reparto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33419" y="7146922"/>
            <a:ext cx="4358392" cy="507997"/>
            <a:chOff x="0" y="0"/>
            <a:chExt cx="5811190" cy="6773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7329" cy="677329"/>
            </a:xfrm>
            <a:custGeom>
              <a:avLst/>
              <a:gdLst/>
              <a:ahLst/>
              <a:cxnLst/>
              <a:rect r="r" b="b" t="t" l="l"/>
              <a:pathLst>
                <a:path h="677329" w="677329">
                  <a:moveTo>
                    <a:pt x="0" y="0"/>
                  </a:moveTo>
                  <a:lnTo>
                    <a:pt x="677329" y="0"/>
                  </a:lnTo>
                  <a:lnTo>
                    <a:pt x="677329" y="677329"/>
                  </a:lnTo>
                  <a:lnTo>
                    <a:pt x="0" y="67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795871" y="194488"/>
              <a:ext cx="5015319" cy="362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b="true" sz="1575">
                  <a:solidFill>
                    <a:srgbClr val="3A4D6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interrompe la </a:t>
              </a:r>
              <a:r>
                <a:rPr lang="en-US" b="true" sz="157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continuità intra-sala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31620" y="6607540"/>
            <a:ext cx="38910" cy="21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24523" y="4876089"/>
            <a:ext cx="2918664" cy="980862"/>
            <a:chOff x="0" y="0"/>
            <a:chExt cx="3891552" cy="13078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91552" cy="1307817"/>
            </a:xfrm>
            <a:custGeom>
              <a:avLst/>
              <a:gdLst/>
              <a:ahLst/>
              <a:cxnLst/>
              <a:rect r="r" b="b" t="t" l="l"/>
              <a:pathLst>
                <a:path h="1307817" w="3891552">
                  <a:moveTo>
                    <a:pt x="0" y="0"/>
                  </a:moveTo>
                  <a:lnTo>
                    <a:pt x="3891552" y="0"/>
                  </a:lnTo>
                  <a:lnTo>
                    <a:pt x="3891552" y="1307817"/>
                  </a:lnTo>
                  <a:lnTo>
                    <a:pt x="0" y="130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9917" t="-19389" r="-9412" b="-3774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310369" y="342018"/>
              <a:ext cx="2288210" cy="675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Sala 2</a:t>
              </a:r>
            </a:p>
            <a:p>
              <a:pPr algn="l">
                <a:lnSpc>
                  <a:spcPts val="1574"/>
                </a:lnSpc>
              </a:pPr>
              <a:r>
                <a:rPr lang="en-US" sz="1125">
                  <a:solidFill>
                    <a:srgbClr val="6A7B8B"/>
                  </a:solidFill>
                  <a:latin typeface="Poppins"/>
                  <a:ea typeface="Poppins"/>
                  <a:cs typeface="Poppins"/>
                  <a:sym typeface="Poppins"/>
                </a:rPr>
                <a:t>compatibile col reparto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3796560"/>
            <a:ext cx="2918664" cy="980862"/>
            <a:chOff x="0" y="0"/>
            <a:chExt cx="3891552" cy="13078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91552" cy="1307817"/>
            </a:xfrm>
            <a:custGeom>
              <a:avLst/>
              <a:gdLst/>
              <a:ahLst/>
              <a:cxnLst/>
              <a:rect r="r" b="b" t="t" l="l"/>
              <a:pathLst>
                <a:path h="1307817" w="3891552">
                  <a:moveTo>
                    <a:pt x="0" y="0"/>
                  </a:moveTo>
                  <a:lnTo>
                    <a:pt x="3891552" y="0"/>
                  </a:lnTo>
                  <a:lnTo>
                    <a:pt x="3891552" y="1307817"/>
                  </a:lnTo>
                  <a:lnTo>
                    <a:pt x="0" y="130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-9917" t="-18763" r="-9412" b="-383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310369" y="372295"/>
              <a:ext cx="2288210" cy="625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Sala 1</a:t>
              </a:r>
            </a:p>
            <a:p>
              <a:pPr algn="l">
                <a:lnSpc>
                  <a:spcPts val="1574"/>
                </a:lnSpc>
              </a:pPr>
              <a:r>
                <a:rPr lang="en-US" sz="1125">
                  <a:solidFill>
                    <a:srgbClr val="6A7B8B"/>
                  </a:solidFill>
                  <a:latin typeface="Poppins"/>
                  <a:ea typeface="Poppins"/>
                  <a:cs typeface="Poppins"/>
                  <a:sym typeface="Poppins"/>
                </a:rPr>
                <a:t>compatibile col reparto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6676" y="5933253"/>
            <a:ext cx="2822970" cy="1100248"/>
            <a:chOff x="0" y="0"/>
            <a:chExt cx="3763960" cy="146699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63960" cy="1466998"/>
            </a:xfrm>
            <a:custGeom>
              <a:avLst/>
              <a:gdLst/>
              <a:ahLst/>
              <a:cxnLst/>
              <a:rect r="r" b="b" t="t" l="l"/>
              <a:pathLst>
                <a:path h="1466998" w="3763960">
                  <a:moveTo>
                    <a:pt x="0" y="0"/>
                  </a:moveTo>
                  <a:lnTo>
                    <a:pt x="3763960" y="0"/>
                  </a:lnTo>
                  <a:lnTo>
                    <a:pt x="3763960" y="1466998"/>
                  </a:lnTo>
                  <a:lnTo>
                    <a:pt x="0" y="1466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-8558" t="-16845" r="-14816" b="-232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374165" y="169651"/>
              <a:ext cx="799262" cy="36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Sala 3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74165" y="650155"/>
              <a:ext cx="1596072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>
                  <a:solidFill>
                    <a:srgbClr val="6A7B8B"/>
                  </a:solidFill>
                  <a:latin typeface="Poppins"/>
                  <a:ea typeface="Poppins"/>
                  <a:cs typeface="Poppins"/>
                  <a:sym typeface="Poppins"/>
                </a:rPr>
                <a:t>non</a:t>
              </a:r>
              <a:r>
                <a:rPr lang="en-US" sz="11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125">
                  <a:solidFill>
                    <a:srgbClr val="6A7B8B"/>
                  </a:solidFill>
                  <a:latin typeface="Poppins"/>
                  <a:ea typeface="Poppins"/>
                  <a:cs typeface="Poppins"/>
                  <a:sym typeface="Poppins"/>
                </a:rPr>
                <a:t>compatibile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31106" y="7150094"/>
            <a:ext cx="2816258" cy="181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sz="2000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Per ogni sala compatibile e per ogni giorno si elencano gli slot possibili.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96922" y="3174340"/>
            <a:ext cx="4803815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Vengono scartati gli slot che non rispettano i vincoli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730536" y="3576295"/>
            <a:ext cx="13026729" cy="2127675"/>
            <a:chOff x="0" y="0"/>
            <a:chExt cx="17368972" cy="28369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54000"/>
              <a:ext cx="17368972" cy="2582901"/>
            </a:xfrm>
            <a:custGeom>
              <a:avLst/>
              <a:gdLst/>
              <a:ahLst/>
              <a:cxnLst/>
              <a:rect r="r" b="b" t="t" l="l"/>
              <a:pathLst>
                <a:path h="2582901" w="17368972">
                  <a:moveTo>
                    <a:pt x="0" y="0"/>
                  </a:moveTo>
                  <a:lnTo>
                    <a:pt x="17368972" y="0"/>
                  </a:lnTo>
                  <a:lnTo>
                    <a:pt x="17368972" y="2582901"/>
                  </a:lnTo>
                  <a:lnTo>
                    <a:pt x="0" y="258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1686733" y="964273"/>
              <a:ext cx="1441399" cy="266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stesso reparto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13914" y="-28575"/>
              <a:ext cx="589458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6A7B8B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08:00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7868255" y="-28575"/>
              <a:ext cx="1692935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6A7B8B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turno lavorativo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6704483" y="-28575"/>
              <a:ext cx="565417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6A7B8B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23:00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4127711" y="2027123"/>
              <a:ext cx="141097" cy="191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sz="975">
                  <a:solidFill>
                    <a:srgbClr val="1FA971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✓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896802" y="1925523"/>
              <a:ext cx="141097" cy="191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sz="975">
                  <a:solidFill>
                    <a:srgbClr val="E5484D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✗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035143" y="1915986"/>
              <a:ext cx="740804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sovrap-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925770" y="2106486"/>
              <a:ext cx="822985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posizione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266039" y="2017586"/>
              <a:ext cx="576440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1FA9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valido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7544608" y="1925523"/>
              <a:ext cx="141097" cy="191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sz="975">
                  <a:solidFill>
                    <a:srgbClr val="E5484D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✗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7682936" y="1915986"/>
              <a:ext cx="611467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rompe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7472370" y="2106486"/>
              <a:ext cx="900112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continuità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5797220" y="1925523"/>
              <a:ext cx="141097" cy="191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sz="975">
                  <a:solidFill>
                    <a:srgbClr val="E5484D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✗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5935561" y="1915986"/>
              <a:ext cx="483984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sfora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785714" y="2106486"/>
              <a:ext cx="648856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 22:00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5947245" y="2449386"/>
              <a:ext cx="459740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22:00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80882">
            <a:off x="8886450" y="7530266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10" y="0"/>
                </a:moveTo>
                <a:lnTo>
                  <a:pt x="0" y="0"/>
                </a:lnTo>
                <a:lnTo>
                  <a:pt x="0" y="6370231"/>
                </a:lnTo>
                <a:lnTo>
                  <a:pt x="9627110" y="6370231"/>
                </a:lnTo>
                <a:lnTo>
                  <a:pt x="96271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37516" y="1487121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1" y="0"/>
                </a:lnTo>
                <a:lnTo>
                  <a:pt x="462531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028034" y="1949652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51877" y="1051801"/>
            <a:ext cx="2018325" cy="539818"/>
            <a:chOff x="0" y="0"/>
            <a:chExt cx="2691100" cy="71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066" t="-65756" r="-30069" b="-8144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78307" y="359301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1"/>
                </a:lnTo>
                <a:lnTo>
                  <a:pt x="0" y="845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48105" y="755304"/>
            <a:ext cx="7591790" cy="1616421"/>
            <a:chOff x="0" y="0"/>
            <a:chExt cx="10122387" cy="215522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32502" y="748703"/>
              <a:ext cx="9857383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6B6D4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LOGICA DI PIAZZAMENTO: 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Il </a:t>
              </a:r>
              <a:r>
                <a:rPr lang="en-US" b="true" sz="3000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Punteggio </a:t>
              </a:r>
              <a:r>
                <a:rPr lang="en-US" b="true" sz="3000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dello Slot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3645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88987" y="339128"/>
              <a:ext cx="533400" cy="50800"/>
            </a:xfrm>
            <a:custGeom>
              <a:avLst/>
              <a:gdLst/>
              <a:ahLst/>
              <a:cxnLst/>
              <a:rect r="r" b="b" t="t" l="l"/>
              <a:pathLst>
                <a:path h="508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33400" y="-104775"/>
              <a:ext cx="9055587" cy="83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  <a:r>
                <a:rPr lang="en-US" b="true" sz="3597">
                  <a:solidFill>
                    <a:srgbClr val="4F46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DI SCHEDULING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31620" y="6607540"/>
            <a:ext cx="38910" cy="21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4252" y="3148998"/>
            <a:ext cx="16319497" cy="1660760"/>
            <a:chOff x="0" y="0"/>
            <a:chExt cx="21759329" cy="221434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759329" cy="2214347"/>
              <a:chOff x="0" y="0"/>
              <a:chExt cx="16319500" cy="166076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68326" y="67946"/>
                <a:ext cx="16182848" cy="1524871"/>
              </a:xfrm>
              <a:custGeom>
                <a:avLst/>
                <a:gdLst/>
                <a:ahLst/>
                <a:cxnLst/>
                <a:rect r="r" b="b" t="t" l="l"/>
                <a:pathLst>
                  <a:path h="1524871" w="16182848">
                    <a:moveTo>
                      <a:pt x="0" y="1359174"/>
                    </a:moveTo>
                    <a:lnTo>
                      <a:pt x="0" y="165697"/>
                    </a:lnTo>
                    <a:cubicBezTo>
                      <a:pt x="0" y="154836"/>
                      <a:pt x="1016" y="143975"/>
                      <a:pt x="3175" y="133366"/>
                    </a:cubicBezTo>
                    <a:cubicBezTo>
                      <a:pt x="5334" y="122758"/>
                      <a:pt x="8509" y="112275"/>
                      <a:pt x="12700" y="102298"/>
                    </a:cubicBezTo>
                    <a:cubicBezTo>
                      <a:pt x="16891" y="92321"/>
                      <a:pt x="21971" y="82722"/>
                      <a:pt x="28067" y="73629"/>
                    </a:cubicBezTo>
                    <a:cubicBezTo>
                      <a:pt x="34163" y="64536"/>
                      <a:pt x="41021" y="56201"/>
                      <a:pt x="48768" y="48497"/>
                    </a:cubicBezTo>
                    <a:cubicBezTo>
                      <a:pt x="56515" y="40793"/>
                      <a:pt x="64897" y="33973"/>
                      <a:pt x="74041" y="27911"/>
                    </a:cubicBezTo>
                    <a:cubicBezTo>
                      <a:pt x="83185" y="21849"/>
                      <a:pt x="92710" y="16797"/>
                      <a:pt x="102870" y="12629"/>
                    </a:cubicBezTo>
                    <a:cubicBezTo>
                      <a:pt x="113030" y="8462"/>
                      <a:pt x="123444" y="5304"/>
                      <a:pt x="134112" y="3157"/>
                    </a:cubicBezTo>
                    <a:cubicBezTo>
                      <a:pt x="144780" y="1010"/>
                      <a:pt x="155702" y="0"/>
                      <a:pt x="166624" y="0"/>
                    </a:cubicBezTo>
                    <a:lnTo>
                      <a:pt x="16016224" y="0"/>
                    </a:lnTo>
                    <a:cubicBezTo>
                      <a:pt x="16027146" y="0"/>
                      <a:pt x="16038068" y="1010"/>
                      <a:pt x="16048737" y="3157"/>
                    </a:cubicBezTo>
                    <a:cubicBezTo>
                      <a:pt x="16059404" y="5304"/>
                      <a:pt x="16069945" y="8462"/>
                      <a:pt x="16079978" y="12629"/>
                    </a:cubicBezTo>
                    <a:cubicBezTo>
                      <a:pt x="16090012" y="16797"/>
                      <a:pt x="16099664" y="21849"/>
                      <a:pt x="16108807" y="27911"/>
                    </a:cubicBezTo>
                    <a:cubicBezTo>
                      <a:pt x="16117951" y="33973"/>
                      <a:pt x="16126334" y="40793"/>
                      <a:pt x="16134080" y="48497"/>
                    </a:cubicBezTo>
                    <a:cubicBezTo>
                      <a:pt x="16141827" y="56201"/>
                      <a:pt x="16148686" y="64536"/>
                      <a:pt x="16154781" y="73629"/>
                    </a:cubicBezTo>
                    <a:cubicBezTo>
                      <a:pt x="16160877" y="82722"/>
                      <a:pt x="16165957" y="92195"/>
                      <a:pt x="16170148" y="102298"/>
                    </a:cubicBezTo>
                    <a:cubicBezTo>
                      <a:pt x="16174338" y="112402"/>
                      <a:pt x="16177513" y="122758"/>
                      <a:pt x="16179673" y="133366"/>
                    </a:cubicBezTo>
                    <a:cubicBezTo>
                      <a:pt x="16181832" y="143975"/>
                      <a:pt x="16182848" y="154836"/>
                      <a:pt x="16182848" y="165697"/>
                    </a:cubicBezTo>
                    <a:lnTo>
                      <a:pt x="16182848" y="1359174"/>
                    </a:lnTo>
                    <a:cubicBezTo>
                      <a:pt x="16182848" y="1370035"/>
                      <a:pt x="16181832" y="1380770"/>
                      <a:pt x="16179673" y="1391505"/>
                    </a:cubicBezTo>
                    <a:cubicBezTo>
                      <a:pt x="16177513" y="1402240"/>
                      <a:pt x="16174338" y="1412596"/>
                      <a:pt x="16170148" y="1422573"/>
                    </a:cubicBezTo>
                    <a:cubicBezTo>
                      <a:pt x="16165957" y="1432550"/>
                      <a:pt x="16160877" y="1442149"/>
                      <a:pt x="16154781" y="1451242"/>
                    </a:cubicBezTo>
                    <a:cubicBezTo>
                      <a:pt x="16148686" y="1460335"/>
                      <a:pt x="16141827" y="1468670"/>
                      <a:pt x="16134080" y="1476374"/>
                    </a:cubicBezTo>
                    <a:cubicBezTo>
                      <a:pt x="16126334" y="1484078"/>
                      <a:pt x="16117951" y="1490898"/>
                      <a:pt x="16108807" y="1496960"/>
                    </a:cubicBezTo>
                    <a:cubicBezTo>
                      <a:pt x="16099664" y="1503022"/>
                      <a:pt x="16090139" y="1508074"/>
                      <a:pt x="16079978" y="1512242"/>
                    </a:cubicBezTo>
                    <a:cubicBezTo>
                      <a:pt x="16069818" y="1516409"/>
                      <a:pt x="16059404" y="1519567"/>
                      <a:pt x="16048737" y="1521714"/>
                    </a:cubicBezTo>
                    <a:cubicBezTo>
                      <a:pt x="16038068" y="1523861"/>
                      <a:pt x="16027146" y="1524871"/>
                      <a:pt x="16016224" y="1524871"/>
                    </a:cubicBezTo>
                    <a:lnTo>
                      <a:pt x="166624" y="1524871"/>
                    </a:lnTo>
                    <a:cubicBezTo>
                      <a:pt x="155702" y="1524871"/>
                      <a:pt x="144780" y="1523861"/>
                      <a:pt x="134112" y="1521714"/>
                    </a:cubicBezTo>
                    <a:cubicBezTo>
                      <a:pt x="123444" y="1519567"/>
                      <a:pt x="112903" y="1516409"/>
                      <a:pt x="102870" y="1512242"/>
                    </a:cubicBezTo>
                    <a:cubicBezTo>
                      <a:pt x="92837" y="1508074"/>
                      <a:pt x="83185" y="1503022"/>
                      <a:pt x="74041" y="1496960"/>
                    </a:cubicBezTo>
                    <a:cubicBezTo>
                      <a:pt x="64897" y="1490898"/>
                      <a:pt x="56515" y="1484078"/>
                      <a:pt x="48768" y="1476374"/>
                    </a:cubicBezTo>
                    <a:cubicBezTo>
                      <a:pt x="41021" y="1468670"/>
                      <a:pt x="34163" y="1460335"/>
                      <a:pt x="28067" y="1451242"/>
                    </a:cubicBezTo>
                    <a:cubicBezTo>
                      <a:pt x="21971" y="1442149"/>
                      <a:pt x="16891" y="1432677"/>
                      <a:pt x="12700" y="1422573"/>
                    </a:cubicBezTo>
                    <a:cubicBezTo>
                      <a:pt x="8509" y="1412470"/>
                      <a:pt x="5334" y="1402113"/>
                      <a:pt x="3175" y="1391505"/>
                    </a:cubicBezTo>
                    <a:cubicBezTo>
                      <a:pt x="1016" y="1380896"/>
                      <a:pt x="0" y="1370035"/>
                      <a:pt x="0" y="1359174"/>
                    </a:cubicBezTo>
                    <a:close/>
                  </a:path>
                </a:pathLst>
              </a:custGeom>
              <a:solidFill>
                <a:srgbClr val="F4F8FB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63500" y="63147"/>
                <a:ext cx="16192500" cy="1534469"/>
              </a:xfrm>
              <a:custGeom>
                <a:avLst/>
                <a:gdLst/>
                <a:ahLst/>
                <a:cxnLst/>
                <a:rect r="r" b="b" t="t" l="l"/>
                <a:pathLst>
                  <a:path h="1534469" w="16192500">
                    <a:moveTo>
                      <a:pt x="0" y="1363973"/>
                    </a:moveTo>
                    <a:lnTo>
                      <a:pt x="0" y="170496"/>
                    </a:lnTo>
                    <a:lnTo>
                      <a:pt x="4826" y="170496"/>
                    </a:lnTo>
                    <a:lnTo>
                      <a:pt x="0" y="170496"/>
                    </a:lnTo>
                    <a:cubicBezTo>
                      <a:pt x="0" y="159256"/>
                      <a:pt x="1143" y="148269"/>
                      <a:pt x="3302" y="137281"/>
                    </a:cubicBezTo>
                    <a:cubicBezTo>
                      <a:pt x="5461" y="126294"/>
                      <a:pt x="8763" y="115685"/>
                      <a:pt x="13081" y="105329"/>
                    </a:cubicBezTo>
                    <a:cubicBezTo>
                      <a:pt x="17399" y="94973"/>
                      <a:pt x="22733" y="85122"/>
                      <a:pt x="28956" y="75902"/>
                    </a:cubicBezTo>
                    <a:lnTo>
                      <a:pt x="32893" y="78555"/>
                    </a:lnTo>
                    <a:lnTo>
                      <a:pt x="28956" y="75776"/>
                    </a:lnTo>
                    <a:cubicBezTo>
                      <a:pt x="35179" y="66430"/>
                      <a:pt x="42291" y="57842"/>
                      <a:pt x="50292" y="49886"/>
                    </a:cubicBezTo>
                    <a:lnTo>
                      <a:pt x="53721" y="53296"/>
                    </a:lnTo>
                    <a:lnTo>
                      <a:pt x="50292" y="49886"/>
                    </a:lnTo>
                    <a:cubicBezTo>
                      <a:pt x="58293" y="41929"/>
                      <a:pt x="66929" y="34857"/>
                      <a:pt x="76327" y="28669"/>
                    </a:cubicBezTo>
                    <a:cubicBezTo>
                      <a:pt x="85725" y="22480"/>
                      <a:pt x="95631" y="17176"/>
                      <a:pt x="105918" y="12882"/>
                    </a:cubicBezTo>
                    <a:cubicBezTo>
                      <a:pt x="116332" y="8588"/>
                      <a:pt x="127000" y="5431"/>
                      <a:pt x="138049" y="3157"/>
                    </a:cubicBezTo>
                    <a:lnTo>
                      <a:pt x="138938" y="7830"/>
                    </a:lnTo>
                    <a:lnTo>
                      <a:pt x="138049" y="3157"/>
                    </a:lnTo>
                    <a:cubicBezTo>
                      <a:pt x="149098" y="1137"/>
                      <a:pt x="160147" y="0"/>
                      <a:pt x="171450" y="0"/>
                    </a:cubicBezTo>
                    <a:lnTo>
                      <a:pt x="16021050" y="0"/>
                    </a:lnTo>
                    <a:cubicBezTo>
                      <a:pt x="16032353" y="0"/>
                      <a:pt x="16043402" y="1137"/>
                      <a:pt x="16054451" y="3284"/>
                    </a:cubicBezTo>
                    <a:cubicBezTo>
                      <a:pt x="16065500" y="5431"/>
                      <a:pt x="16076168" y="8714"/>
                      <a:pt x="16086582" y="13008"/>
                    </a:cubicBezTo>
                    <a:lnTo>
                      <a:pt x="16084804" y="17428"/>
                    </a:lnTo>
                    <a:lnTo>
                      <a:pt x="16086582" y="13008"/>
                    </a:lnTo>
                    <a:cubicBezTo>
                      <a:pt x="16096996" y="17302"/>
                      <a:pt x="16106902" y="22480"/>
                      <a:pt x="16116173" y="28795"/>
                    </a:cubicBezTo>
                    <a:lnTo>
                      <a:pt x="16113506" y="32710"/>
                    </a:lnTo>
                    <a:lnTo>
                      <a:pt x="16116173" y="28795"/>
                    </a:lnTo>
                    <a:cubicBezTo>
                      <a:pt x="16125571" y="34983"/>
                      <a:pt x="16134207" y="42056"/>
                      <a:pt x="16142208" y="50012"/>
                    </a:cubicBezTo>
                    <a:lnTo>
                      <a:pt x="16138779" y="53422"/>
                    </a:lnTo>
                    <a:lnTo>
                      <a:pt x="16142208" y="50012"/>
                    </a:lnTo>
                    <a:cubicBezTo>
                      <a:pt x="16150210" y="57969"/>
                      <a:pt x="16157321" y="66557"/>
                      <a:pt x="16163544" y="75776"/>
                    </a:cubicBezTo>
                    <a:cubicBezTo>
                      <a:pt x="16169767" y="85122"/>
                      <a:pt x="16175101" y="94973"/>
                      <a:pt x="16179419" y="105203"/>
                    </a:cubicBezTo>
                    <a:cubicBezTo>
                      <a:pt x="16183738" y="115559"/>
                      <a:pt x="16187038" y="126167"/>
                      <a:pt x="16189198" y="137155"/>
                    </a:cubicBezTo>
                    <a:cubicBezTo>
                      <a:pt x="16191357" y="148142"/>
                      <a:pt x="16192500" y="159256"/>
                      <a:pt x="16192500" y="170370"/>
                    </a:cubicBezTo>
                    <a:lnTo>
                      <a:pt x="16187674" y="170370"/>
                    </a:lnTo>
                    <a:lnTo>
                      <a:pt x="16192500" y="170370"/>
                    </a:lnTo>
                    <a:lnTo>
                      <a:pt x="16192500" y="1363973"/>
                    </a:lnTo>
                    <a:lnTo>
                      <a:pt x="16187674" y="1363973"/>
                    </a:lnTo>
                    <a:lnTo>
                      <a:pt x="16192500" y="1363973"/>
                    </a:lnTo>
                    <a:cubicBezTo>
                      <a:pt x="16192500" y="1375213"/>
                      <a:pt x="16191357" y="1386200"/>
                      <a:pt x="16189198" y="1397188"/>
                    </a:cubicBezTo>
                    <a:lnTo>
                      <a:pt x="16184499" y="1396304"/>
                    </a:lnTo>
                    <a:lnTo>
                      <a:pt x="16189198" y="1397188"/>
                    </a:lnTo>
                    <a:cubicBezTo>
                      <a:pt x="16187038" y="1408175"/>
                      <a:pt x="16183738" y="1418784"/>
                      <a:pt x="16179419" y="1429140"/>
                    </a:cubicBezTo>
                    <a:lnTo>
                      <a:pt x="16174974" y="1427372"/>
                    </a:lnTo>
                    <a:lnTo>
                      <a:pt x="16179419" y="1429140"/>
                    </a:lnTo>
                    <a:cubicBezTo>
                      <a:pt x="16175101" y="1439496"/>
                      <a:pt x="16169767" y="1449347"/>
                      <a:pt x="16163544" y="1458567"/>
                    </a:cubicBezTo>
                    <a:lnTo>
                      <a:pt x="16159607" y="1455914"/>
                    </a:lnTo>
                    <a:lnTo>
                      <a:pt x="16163544" y="1458567"/>
                    </a:lnTo>
                    <a:cubicBezTo>
                      <a:pt x="16157321" y="1467912"/>
                      <a:pt x="16150210" y="1476500"/>
                      <a:pt x="16142208" y="1484457"/>
                    </a:cubicBezTo>
                    <a:cubicBezTo>
                      <a:pt x="16134207" y="1492413"/>
                      <a:pt x="16125571" y="1499486"/>
                      <a:pt x="16116173" y="1505674"/>
                    </a:cubicBezTo>
                    <a:lnTo>
                      <a:pt x="16113506" y="1501759"/>
                    </a:lnTo>
                    <a:lnTo>
                      <a:pt x="16116173" y="1505674"/>
                    </a:lnTo>
                    <a:cubicBezTo>
                      <a:pt x="16106775" y="1511863"/>
                      <a:pt x="16096869" y="1517167"/>
                      <a:pt x="16086582" y="1521461"/>
                    </a:cubicBezTo>
                    <a:lnTo>
                      <a:pt x="16084804" y="1517041"/>
                    </a:lnTo>
                    <a:lnTo>
                      <a:pt x="16086582" y="1521461"/>
                    </a:lnTo>
                    <a:cubicBezTo>
                      <a:pt x="16076168" y="1525755"/>
                      <a:pt x="16065500" y="1529039"/>
                      <a:pt x="16054451" y="1531186"/>
                    </a:cubicBezTo>
                    <a:cubicBezTo>
                      <a:pt x="16043402" y="1533333"/>
                      <a:pt x="16032226" y="1534469"/>
                      <a:pt x="16021050" y="1534469"/>
                    </a:cubicBezTo>
                    <a:lnTo>
                      <a:pt x="16021050" y="1529670"/>
                    </a:lnTo>
                    <a:lnTo>
                      <a:pt x="16021050" y="1534469"/>
                    </a:lnTo>
                    <a:lnTo>
                      <a:pt x="171450" y="1534469"/>
                    </a:lnTo>
                    <a:lnTo>
                      <a:pt x="171450" y="1529670"/>
                    </a:lnTo>
                    <a:lnTo>
                      <a:pt x="171450" y="1534469"/>
                    </a:lnTo>
                    <a:cubicBezTo>
                      <a:pt x="160147" y="1534469"/>
                      <a:pt x="149098" y="1533333"/>
                      <a:pt x="138049" y="1531186"/>
                    </a:cubicBezTo>
                    <a:lnTo>
                      <a:pt x="138938" y="1526513"/>
                    </a:lnTo>
                    <a:lnTo>
                      <a:pt x="138049" y="1531186"/>
                    </a:lnTo>
                    <a:cubicBezTo>
                      <a:pt x="127000" y="1529039"/>
                      <a:pt x="116332" y="1525755"/>
                      <a:pt x="105918" y="1521461"/>
                    </a:cubicBezTo>
                    <a:cubicBezTo>
                      <a:pt x="95504" y="1517167"/>
                      <a:pt x="85598" y="1511863"/>
                      <a:pt x="76327" y="1505674"/>
                    </a:cubicBezTo>
                    <a:cubicBezTo>
                      <a:pt x="66929" y="1499486"/>
                      <a:pt x="58293" y="1492413"/>
                      <a:pt x="50292" y="1484457"/>
                    </a:cubicBezTo>
                    <a:cubicBezTo>
                      <a:pt x="42291" y="1476500"/>
                      <a:pt x="35179" y="1467912"/>
                      <a:pt x="28956" y="1458567"/>
                    </a:cubicBezTo>
                    <a:cubicBezTo>
                      <a:pt x="22733" y="1449221"/>
                      <a:pt x="17399" y="1439496"/>
                      <a:pt x="13081" y="1429140"/>
                    </a:cubicBezTo>
                    <a:lnTo>
                      <a:pt x="17526" y="1427372"/>
                    </a:lnTo>
                    <a:lnTo>
                      <a:pt x="13081" y="1429140"/>
                    </a:lnTo>
                    <a:cubicBezTo>
                      <a:pt x="8763" y="1418784"/>
                      <a:pt x="5461" y="1408175"/>
                      <a:pt x="3302" y="1397188"/>
                    </a:cubicBezTo>
                    <a:lnTo>
                      <a:pt x="8001" y="1396304"/>
                    </a:lnTo>
                    <a:lnTo>
                      <a:pt x="3302" y="1397188"/>
                    </a:lnTo>
                    <a:cubicBezTo>
                      <a:pt x="1143" y="1386200"/>
                      <a:pt x="0" y="1375213"/>
                      <a:pt x="0" y="1363973"/>
                    </a:cubicBezTo>
                    <a:lnTo>
                      <a:pt x="4699" y="1363973"/>
                    </a:lnTo>
                    <a:lnTo>
                      <a:pt x="0" y="1363973"/>
                    </a:lnTo>
                    <a:moveTo>
                      <a:pt x="9525" y="1363973"/>
                    </a:moveTo>
                    <a:cubicBezTo>
                      <a:pt x="9525" y="1374581"/>
                      <a:pt x="10541" y="1385064"/>
                      <a:pt x="12573" y="1395420"/>
                    </a:cubicBezTo>
                    <a:cubicBezTo>
                      <a:pt x="14605" y="1405776"/>
                      <a:pt x="17780" y="1415879"/>
                      <a:pt x="21844" y="1425604"/>
                    </a:cubicBezTo>
                    <a:cubicBezTo>
                      <a:pt x="25908" y="1435329"/>
                      <a:pt x="30861" y="1444674"/>
                      <a:pt x="36830" y="1453389"/>
                    </a:cubicBezTo>
                    <a:lnTo>
                      <a:pt x="32893" y="1456041"/>
                    </a:lnTo>
                    <a:lnTo>
                      <a:pt x="36830" y="1453389"/>
                    </a:lnTo>
                    <a:cubicBezTo>
                      <a:pt x="42799" y="1462229"/>
                      <a:pt x="49403" y="1470312"/>
                      <a:pt x="57023" y="1477763"/>
                    </a:cubicBezTo>
                    <a:lnTo>
                      <a:pt x="53594" y="1481173"/>
                    </a:lnTo>
                    <a:lnTo>
                      <a:pt x="57023" y="1477763"/>
                    </a:lnTo>
                    <a:cubicBezTo>
                      <a:pt x="64516" y="1485215"/>
                      <a:pt x="72771" y="1491908"/>
                      <a:pt x="81534" y="1497844"/>
                    </a:cubicBezTo>
                    <a:lnTo>
                      <a:pt x="78867" y="1501759"/>
                    </a:lnTo>
                    <a:lnTo>
                      <a:pt x="81534" y="1497844"/>
                    </a:lnTo>
                    <a:cubicBezTo>
                      <a:pt x="90424" y="1503653"/>
                      <a:pt x="99695" y="1508705"/>
                      <a:pt x="109474" y="1512747"/>
                    </a:cubicBezTo>
                    <a:lnTo>
                      <a:pt x="107696" y="1517167"/>
                    </a:lnTo>
                    <a:lnTo>
                      <a:pt x="109474" y="1512747"/>
                    </a:lnTo>
                    <a:cubicBezTo>
                      <a:pt x="119253" y="1516788"/>
                      <a:pt x="129413" y="1519819"/>
                      <a:pt x="139827" y="1521966"/>
                    </a:cubicBezTo>
                    <a:cubicBezTo>
                      <a:pt x="150241" y="1524113"/>
                      <a:pt x="160782" y="1525123"/>
                      <a:pt x="171450" y="1525123"/>
                    </a:cubicBezTo>
                    <a:lnTo>
                      <a:pt x="16021050" y="1525123"/>
                    </a:lnTo>
                    <a:cubicBezTo>
                      <a:pt x="16031718" y="1525123"/>
                      <a:pt x="16042260" y="1524113"/>
                      <a:pt x="16052673" y="1521966"/>
                    </a:cubicBezTo>
                    <a:lnTo>
                      <a:pt x="16053563" y="1526639"/>
                    </a:lnTo>
                    <a:lnTo>
                      <a:pt x="16052673" y="1521966"/>
                    </a:lnTo>
                    <a:cubicBezTo>
                      <a:pt x="16063088" y="1519945"/>
                      <a:pt x="16073247" y="1516788"/>
                      <a:pt x="16083026" y="1512747"/>
                    </a:cubicBezTo>
                    <a:cubicBezTo>
                      <a:pt x="16092805" y="1508705"/>
                      <a:pt x="16102203" y="1503780"/>
                      <a:pt x="16110965" y="1497844"/>
                    </a:cubicBezTo>
                    <a:cubicBezTo>
                      <a:pt x="16119856" y="1492035"/>
                      <a:pt x="16127985" y="1485341"/>
                      <a:pt x="16135477" y="1477890"/>
                    </a:cubicBezTo>
                    <a:lnTo>
                      <a:pt x="16138779" y="1481300"/>
                    </a:lnTo>
                    <a:lnTo>
                      <a:pt x="16135350" y="1477890"/>
                    </a:lnTo>
                    <a:cubicBezTo>
                      <a:pt x="16142843" y="1470438"/>
                      <a:pt x="16149574" y="1462229"/>
                      <a:pt x="16155543" y="1453515"/>
                    </a:cubicBezTo>
                    <a:cubicBezTo>
                      <a:pt x="16161513" y="1444674"/>
                      <a:pt x="16166464" y="1435455"/>
                      <a:pt x="16170529" y="1425730"/>
                    </a:cubicBezTo>
                    <a:cubicBezTo>
                      <a:pt x="16174593" y="1416006"/>
                      <a:pt x="16177640" y="1405902"/>
                      <a:pt x="16179800" y="1395546"/>
                    </a:cubicBezTo>
                    <a:cubicBezTo>
                      <a:pt x="16181960" y="1385190"/>
                      <a:pt x="16182848" y="1374708"/>
                      <a:pt x="16182848" y="1364099"/>
                    </a:cubicBezTo>
                    <a:lnTo>
                      <a:pt x="16182848" y="170496"/>
                    </a:lnTo>
                    <a:cubicBezTo>
                      <a:pt x="16182848" y="159888"/>
                      <a:pt x="16181832" y="149405"/>
                      <a:pt x="16179800" y="139049"/>
                    </a:cubicBezTo>
                    <a:lnTo>
                      <a:pt x="16184499" y="138165"/>
                    </a:lnTo>
                    <a:lnTo>
                      <a:pt x="16179800" y="139049"/>
                    </a:lnTo>
                    <a:cubicBezTo>
                      <a:pt x="16177768" y="128693"/>
                      <a:pt x="16174593" y="118590"/>
                      <a:pt x="16170529" y="108865"/>
                    </a:cubicBezTo>
                    <a:lnTo>
                      <a:pt x="16174974" y="107097"/>
                    </a:lnTo>
                    <a:lnTo>
                      <a:pt x="16170529" y="108865"/>
                    </a:lnTo>
                    <a:cubicBezTo>
                      <a:pt x="16166464" y="99141"/>
                      <a:pt x="16161513" y="89795"/>
                      <a:pt x="16155543" y="81080"/>
                    </a:cubicBezTo>
                    <a:lnTo>
                      <a:pt x="16159480" y="78428"/>
                    </a:lnTo>
                    <a:lnTo>
                      <a:pt x="16155543" y="81080"/>
                    </a:lnTo>
                    <a:cubicBezTo>
                      <a:pt x="16149701" y="72240"/>
                      <a:pt x="16142970" y="64157"/>
                      <a:pt x="16135350" y="56706"/>
                    </a:cubicBezTo>
                    <a:cubicBezTo>
                      <a:pt x="16127857" y="49254"/>
                      <a:pt x="16119602" y="42561"/>
                      <a:pt x="16110840" y="36625"/>
                    </a:cubicBezTo>
                    <a:cubicBezTo>
                      <a:pt x="16102076" y="30689"/>
                      <a:pt x="16092678" y="25764"/>
                      <a:pt x="16082899" y="21722"/>
                    </a:cubicBezTo>
                    <a:cubicBezTo>
                      <a:pt x="16073120" y="17681"/>
                      <a:pt x="16062961" y="14650"/>
                      <a:pt x="16052546" y="12629"/>
                    </a:cubicBezTo>
                    <a:lnTo>
                      <a:pt x="16053436" y="7956"/>
                    </a:lnTo>
                    <a:lnTo>
                      <a:pt x="16052546" y="12629"/>
                    </a:lnTo>
                    <a:cubicBezTo>
                      <a:pt x="16042132" y="10609"/>
                      <a:pt x="16031590" y="9598"/>
                      <a:pt x="16020923" y="9598"/>
                    </a:cubicBezTo>
                    <a:lnTo>
                      <a:pt x="16020923" y="4925"/>
                    </a:lnTo>
                    <a:lnTo>
                      <a:pt x="16020923" y="9725"/>
                    </a:lnTo>
                    <a:lnTo>
                      <a:pt x="171450" y="9725"/>
                    </a:lnTo>
                    <a:lnTo>
                      <a:pt x="171450" y="4799"/>
                    </a:lnTo>
                    <a:lnTo>
                      <a:pt x="171450" y="9472"/>
                    </a:lnTo>
                    <a:cubicBezTo>
                      <a:pt x="160782" y="9472"/>
                      <a:pt x="150241" y="10482"/>
                      <a:pt x="139827" y="12503"/>
                    </a:cubicBezTo>
                    <a:cubicBezTo>
                      <a:pt x="129413" y="14524"/>
                      <a:pt x="119253" y="17555"/>
                      <a:pt x="109474" y="21596"/>
                    </a:cubicBezTo>
                    <a:lnTo>
                      <a:pt x="107696" y="17176"/>
                    </a:lnTo>
                    <a:lnTo>
                      <a:pt x="109474" y="21596"/>
                    </a:lnTo>
                    <a:cubicBezTo>
                      <a:pt x="99695" y="25638"/>
                      <a:pt x="90297" y="30563"/>
                      <a:pt x="81534" y="36499"/>
                    </a:cubicBezTo>
                    <a:lnTo>
                      <a:pt x="78867" y="32584"/>
                    </a:lnTo>
                    <a:lnTo>
                      <a:pt x="81534" y="36499"/>
                    </a:lnTo>
                    <a:cubicBezTo>
                      <a:pt x="72644" y="42435"/>
                      <a:pt x="64516" y="49002"/>
                      <a:pt x="57023" y="56579"/>
                    </a:cubicBezTo>
                    <a:cubicBezTo>
                      <a:pt x="49530" y="64031"/>
                      <a:pt x="42799" y="72114"/>
                      <a:pt x="36830" y="80954"/>
                    </a:cubicBezTo>
                    <a:cubicBezTo>
                      <a:pt x="30861" y="89795"/>
                      <a:pt x="25908" y="99014"/>
                      <a:pt x="21844" y="108739"/>
                    </a:cubicBezTo>
                    <a:lnTo>
                      <a:pt x="17399" y="106971"/>
                    </a:lnTo>
                    <a:lnTo>
                      <a:pt x="21844" y="108739"/>
                    </a:lnTo>
                    <a:cubicBezTo>
                      <a:pt x="17780" y="118463"/>
                      <a:pt x="14732" y="128567"/>
                      <a:pt x="12573" y="138923"/>
                    </a:cubicBezTo>
                    <a:lnTo>
                      <a:pt x="7874" y="138039"/>
                    </a:lnTo>
                    <a:lnTo>
                      <a:pt x="12573" y="138923"/>
                    </a:lnTo>
                    <a:cubicBezTo>
                      <a:pt x="10541" y="149279"/>
                      <a:pt x="9398" y="159762"/>
                      <a:pt x="9525" y="170370"/>
                    </a:cubicBezTo>
                    <a:lnTo>
                      <a:pt x="9525" y="1363973"/>
                    </a:lnTo>
                    <a:close/>
                  </a:path>
                </a:pathLst>
              </a:custGeom>
              <a:solidFill>
                <a:srgbClr val="E4EAF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86136" y="570192"/>
              <a:ext cx="4129367" cy="1204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4"/>
                </a:lnSpc>
              </a:pPr>
              <a:r>
                <a:rPr lang="en-US" b="true" sz="2250">
                  <a:solidFill>
                    <a:srgbClr val="1FA971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+100</a:t>
              </a:r>
            </a:p>
            <a:p>
              <a:pPr algn="ctr">
                <a:lnSpc>
                  <a:spcPts val="1725"/>
                </a:lnSpc>
              </a:pP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se inserire qui </a:t>
              </a:r>
              <a:r>
                <a:rPr lang="en-US" b="true" sz="1275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aumenta gli interventi giornalieri</a:t>
              </a: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del reparto in quel giorno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453105" y="560667"/>
              <a:ext cx="2829154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E5484D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minuti residui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4119758" y="570192"/>
              <a:ext cx="3527438" cy="1103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4"/>
                </a:lnSpc>
              </a:pPr>
              <a:r>
                <a:rPr lang="en-US" b="true" sz="2250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punteggio</a:t>
              </a:r>
            </a:p>
            <a:p>
              <a:pPr algn="ctr">
                <a:lnSpc>
                  <a:spcPts val="1725"/>
                </a:lnSpc>
              </a:pP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lo slot col punteggio </a:t>
              </a:r>
              <a:r>
                <a:rPr lang="en-US" b="true" sz="1275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più alto</a:t>
              </a: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è il </a:t>
              </a:r>
              <a:r>
                <a:rPr lang="en-US" b="true" sz="1275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bestSlot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955418" y="1191082"/>
              <a:ext cx="3844341" cy="579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minuti dalla </a:t>
              </a:r>
              <a:r>
                <a:rPr lang="en-US" b="true" sz="1275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fine dello slot </a:t>
              </a: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alla </a:t>
              </a:r>
              <a:r>
                <a:rPr lang="en-US" b="true" sz="1275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fine del turno</a:t>
              </a:r>
              <a:r>
                <a:rPr lang="en-US" b="true" sz="1275">
                  <a:solidFill>
                    <a:srgbClr val="6A7B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(22:00)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221802" y="807123"/>
              <a:ext cx="312839" cy="82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b="true" sz="3450">
                  <a:solidFill>
                    <a:srgbClr val="6A7B8B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−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151383" y="807123"/>
              <a:ext cx="393878" cy="82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b="true" sz="3450">
                  <a:solidFill>
                    <a:srgbClr val="6A7B8B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=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02368" y="5937995"/>
            <a:ext cx="567870" cy="259769"/>
            <a:chOff x="0" y="0"/>
            <a:chExt cx="1776827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6827" cy="812800"/>
            </a:xfrm>
            <a:custGeom>
              <a:avLst/>
              <a:gdLst/>
              <a:ahLst/>
              <a:cxnLst/>
              <a:rect r="r" b="b" t="t" l="l"/>
              <a:pathLst>
                <a:path h="812800" w="1776827">
                  <a:moveTo>
                    <a:pt x="1776827" y="406400"/>
                  </a:moveTo>
                  <a:lnTo>
                    <a:pt x="1776827" y="406400"/>
                  </a:lnTo>
                  <a:cubicBezTo>
                    <a:pt x="1776827" y="630849"/>
                    <a:pt x="1594876" y="812800"/>
                    <a:pt x="1370427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lnTo>
                    <a:pt x="1370427" y="0"/>
                  </a:lnTo>
                  <a:cubicBezTo>
                    <a:pt x="1478211" y="0"/>
                    <a:pt x="1581581" y="42817"/>
                    <a:pt x="1657796" y="119032"/>
                  </a:cubicBezTo>
                  <a:cubicBezTo>
                    <a:pt x="1734010" y="195247"/>
                    <a:pt x="1776827" y="298616"/>
                    <a:pt x="1776827" y="406400"/>
                  </a:cubicBezTo>
                  <a:close/>
                </a:path>
              </a:pathLst>
            </a:custGeom>
            <a:solidFill>
              <a:srgbClr val="95FFA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7768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37392" y="7161747"/>
            <a:ext cx="567870" cy="259769"/>
            <a:chOff x="0" y="0"/>
            <a:chExt cx="1776827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76827" cy="812800"/>
            </a:xfrm>
            <a:custGeom>
              <a:avLst/>
              <a:gdLst/>
              <a:ahLst/>
              <a:cxnLst/>
              <a:rect r="r" b="b" t="t" l="l"/>
              <a:pathLst>
                <a:path h="812800" w="1776827">
                  <a:moveTo>
                    <a:pt x="1776827" y="406400"/>
                  </a:moveTo>
                  <a:lnTo>
                    <a:pt x="1776827" y="406400"/>
                  </a:lnTo>
                  <a:cubicBezTo>
                    <a:pt x="1776827" y="630849"/>
                    <a:pt x="1594876" y="812800"/>
                    <a:pt x="1370427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lnTo>
                    <a:pt x="1370427" y="0"/>
                  </a:lnTo>
                  <a:cubicBezTo>
                    <a:pt x="1478211" y="0"/>
                    <a:pt x="1581581" y="42817"/>
                    <a:pt x="1657796" y="119032"/>
                  </a:cubicBezTo>
                  <a:cubicBezTo>
                    <a:pt x="1734010" y="195247"/>
                    <a:pt x="1776827" y="298616"/>
                    <a:pt x="1776827" y="406400"/>
                  </a:cubicBezTo>
                  <a:close/>
                </a:path>
              </a:pathLst>
            </a:custGeom>
            <a:solidFill>
              <a:srgbClr val="95FFA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7768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52734" y="5341662"/>
            <a:ext cx="831214" cy="259769"/>
            <a:chOff x="0" y="0"/>
            <a:chExt cx="2600816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00816" cy="812800"/>
            </a:xfrm>
            <a:custGeom>
              <a:avLst/>
              <a:gdLst/>
              <a:ahLst/>
              <a:cxnLst/>
              <a:rect r="r" b="b" t="t" l="l"/>
              <a:pathLst>
                <a:path h="812800" w="2600816">
                  <a:moveTo>
                    <a:pt x="2600816" y="406400"/>
                  </a:moveTo>
                  <a:lnTo>
                    <a:pt x="2600816" y="406400"/>
                  </a:lnTo>
                  <a:cubicBezTo>
                    <a:pt x="2600816" y="514184"/>
                    <a:pt x="2557999" y="617553"/>
                    <a:pt x="2481784" y="693768"/>
                  </a:cubicBezTo>
                  <a:cubicBezTo>
                    <a:pt x="2405569" y="769983"/>
                    <a:pt x="2302200" y="812800"/>
                    <a:pt x="2194416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lnTo>
                    <a:pt x="2194416" y="0"/>
                  </a:lnTo>
                  <a:cubicBezTo>
                    <a:pt x="2418864" y="0"/>
                    <a:pt x="2600816" y="181951"/>
                    <a:pt x="2600816" y="40640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60081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7436" y="4918773"/>
            <a:ext cx="9031224" cy="3834845"/>
            <a:chOff x="0" y="0"/>
            <a:chExt cx="12041632" cy="511312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2041632" cy="5113126"/>
              <a:chOff x="0" y="0"/>
              <a:chExt cx="12041632" cy="511312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041632" cy="5113126"/>
              </a:xfrm>
              <a:custGeom>
                <a:avLst/>
                <a:gdLst/>
                <a:ahLst/>
                <a:cxnLst/>
                <a:rect r="r" b="b" t="t" l="l"/>
                <a:pathLst>
                  <a:path h="5113126" w="12041632">
                    <a:moveTo>
                      <a:pt x="11094212" y="424074"/>
                    </a:moveTo>
                    <a:cubicBezTo>
                      <a:pt x="11122787" y="424074"/>
                      <a:pt x="11150346" y="429502"/>
                      <a:pt x="11176889" y="440356"/>
                    </a:cubicBezTo>
                    <a:cubicBezTo>
                      <a:pt x="11203432" y="451210"/>
                      <a:pt x="11226673" y="466734"/>
                      <a:pt x="11246993" y="486928"/>
                    </a:cubicBezTo>
                    <a:cubicBezTo>
                      <a:pt x="11267313" y="507122"/>
                      <a:pt x="11282807" y="530219"/>
                      <a:pt x="11293856" y="556598"/>
                    </a:cubicBezTo>
                    <a:cubicBezTo>
                      <a:pt x="11304905" y="582976"/>
                      <a:pt x="11310239" y="610238"/>
                      <a:pt x="11310239" y="638762"/>
                    </a:cubicBezTo>
                    <a:lnTo>
                      <a:pt x="11310239" y="3869805"/>
                    </a:lnTo>
                    <a:cubicBezTo>
                      <a:pt x="11310239" y="3898203"/>
                      <a:pt x="11304778" y="3925591"/>
                      <a:pt x="11293856" y="3951970"/>
                    </a:cubicBezTo>
                    <a:cubicBezTo>
                      <a:pt x="11282934" y="3978348"/>
                      <a:pt x="11267313" y="4001445"/>
                      <a:pt x="11246993" y="4021639"/>
                    </a:cubicBezTo>
                    <a:cubicBezTo>
                      <a:pt x="11226673" y="4041833"/>
                      <a:pt x="11203432" y="4057231"/>
                      <a:pt x="11176889" y="4068211"/>
                    </a:cubicBezTo>
                    <a:cubicBezTo>
                      <a:pt x="11150346" y="4079192"/>
                      <a:pt x="11122914" y="4084493"/>
                      <a:pt x="11094212" y="4084493"/>
                    </a:cubicBezTo>
                    <a:lnTo>
                      <a:pt x="946912" y="4084493"/>
                    </a:lnTo>
                    <a:cubicBezTo>
                      <a:pt x="918337" y="4084493"/>
                      <a:pt x="890778" y="4079066"/>
                      <a:pt x="864235" y="4068211"/>
                    </a:cubicBezTo>
                    <a:cubicBezTo>
                      <a:pt x="837692" y="4057357"/>
                      <a:pt x="814451" y="4041833"/>
                      <a:pt x="794131" y="4021639"/>
                    </a:cubicBezTo>
                    <a:cubicBezTo>
                      <a:pt x="773811" y="4001445"/>
                      <a:pt x="758317" y="3978348"/>
                      <a:pt x="747268" y="3951970"/>
                    </a:cubicBezTo>
                    <a:cubicBezTo>
                      <a:pt x="736219" y="3925591"/>
                      <a:pt x="730885" y="3898329"/>
                      <a:pt x="730885" y="3869805"/>
                    </a:cubicBezTo>
                    <a:lnTo>
                      <a:pt x="730885" y="638636"/>
                    </a:lnTo>
                    <a:cubicBezTo>
                      <a:pt x="730885" y="610238"/>
                      <a:pt x="736346" y="582850"/>
                      <a:pt x="747268" y="556472"/>
                    </a:cubicBezTo>
                    <a:cubicBezTo>
                      <a:pt x="758190" y="530093"/>
                      <a:pt x="773811" y="506996"/>
                      <a:pt x="794131" y="486802"/>
                    </a:cubicBezTo>
                    <a:cubicBezTo>
                      <a:pt x="814451" y="466608"/>
                      <a:pt x="837692" y="451210"/>
                      <a:pt x="864235" y="440230"/>
                    </a:cubicBezTo>
                    <a:cubicBezTo>
                      <a:pt x="890778" y="429249"/>
                      <a:pt x="918210" y="423948"/>
                      <a:pt x="946912" y="423948"/>
                    </a:cubicBezTo>
                    <a:close/>
                    <a:moveTo>
                      <a:pt x="0" y="0"/>
                    </a:moveTo>
                    <a:lnTo>
                      <a:pt x="0" y="5113126"/>
                    </a:lnTo>
                    <a:lnTo>
                      <a:pt x="12041632" y="5113126"/>
                    </a:lnTo>
                    <a:lnTo>
                      <a:pt x="1204163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1093876" y="1961875"/>
              <a:ext cx="10011829" cy="880529"/>
            </a:xfrm>
            <a:custGeom>
              <a:avLst/>
              <a:gdLst/>
              <a:ahLst/>
              <a:cxnLst/>
              <a:rect r="r" b="b" t="t" l="l"/>
              <a:pathLst>
                <a:path h="880529" w="10011829">
                  <a:moveTo>
                    <a:pt x="0" y="0"/>
                  </a:moveTo>
                  <a:lnTo>
                    <a:pt x="10011829" y="0"/>
                  </a:lnTo>
                  <a:lnTo>
                    <a:pt x="10011829" y="880529"/>
                  </a:lnTo>
                  <a:lnTo>
                    <a:pt x="0" y="880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1178547" y="553432"/>
              <a:ext cx="827037" cy="39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Slot A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294357" y="607433"/>
              <a:ext cx="967168" cy="250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b="true" sz="1050">
                  <a:solidFill>
                    <a:srgbClr val="6A7B8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candidato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178547" y="3017410"/>
              <a:ext cx="2927693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Minuti residui a fine turno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584947" y="1366410"/>
              <a:ext cx="3921468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3A4D60"/>
                  </a:solidFill>
                  <a:latin typeface="Poppins"/>
                  <a:ea typeface="Poppins"/>
                  <a:cs typeface="Poppins"/>
                  <a:sym typeface="Poppins"/>
                </a:rPr>
                <a:t>Aumenta gli interventi del reparto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0399547" y="1389270"/>
              <a:ext cx="478371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1FA9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+100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0281272" y="3040270"/>
              <a:ext cx="598996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>
                  <a:solidFill>
                    <a:srgbClr val="1FA9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pochi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0125100" y="1807189"/>
              <a:ext cx="459740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1628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22:00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415844" y="5966211"/>
            <a:ext cx="231552" cy="231552"/>
          </a:xfrm>
          <a:custGeom>
            <a:avLst/>
            <a:gdLst/>
            <a:ahLst/>
            <a:cxnLst/>
            <a:rect r="r" b="b" t="t" l="l"/>
            <a:pathLst>
              <a:path h="231552" w="231552">
                <a:moveTo>
                  <a:pt x="0" y="0"/>
                </a:moveTo>
                <a:lnTo>
                  <a:pt x="231552" y="0"/>
                </a:lnTo>
                <a:lnTo>
                  <a:pt x="231552" y="231553"/>
                </a:lnTo>
                <a:lnTo>
                  <a:pt x="0" y="2315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984252" y="5143500"/>
            <a:ext cx="8159748" cy="3086100"/>
            <a:chOff x="0" y="0"/>
            <a:chExt cx="214907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49070" cy="812800"/>
            </a:xfrm>
            <a:custGeom>
              <a:avLst/>
              <a:gdLst/>
              <a:ahLst/>
              <a:cxnLst/>
              <a:rect r="r" b="b" t="t" l="l"/>
              <a:pathLst>
                <a:path h="812800" w="2149070">
                  <a:moveTo>
                    <a:pt x="16129" y="0"/>
                  </a:moveTo>
                  <a:lnTo>
                    <a:pt x="2132940" y="0"/>
                  </a:lnTo>
                  <a:cubicBezTo>
                    <a:pt x="2141848" y="0"/>
                    <a:pt x="2149070" y="7221"/>
                    <a:pt x="2149070" y="16129"/>
                  </a:cubicBezTo>
                  <a:lnTo>
                    <a:pt x="2149070" y="796671"/>
                  </a:lnTo>
                  <a:cubicBezTo>
                    <a:pt x="2149070" y="805579"/>
                    <a:pt x="2141848" y="812800"/>
                    <a:pt x="2132940" y="812800"/>
                  </a:cubicBezTo>
                  <a:lnTo>
                    <a:pt x="16129" y="812800"/>
                  </a:lnTo>
                  <a:cubicBezTo>
                    <a:pt x="7221" y="812800"/>
                    <a:pt x="0" y="805579"/>
                    <a:pt x="0" y="796671"/>
                  </a:cubicBezTo>
                  <a:lnTo>
                    <a:pt x="0" y="16129"/>
                  </a:lnTo>
                  <a:cubicBezTo>
                    <a:pt x="0" y="7221"/>
                    <a:pt x="7221" y="0"/>
                    <a:pt x="16129" y="0"/>
                  </a:cubicBezTo>
                  <a:close/>
                </a:path>
              </a:pathLst>
            </a:custGeom>
            <a:ln w="47625" cap="sq">
              <a:solidFill>
                <a:srgbClr val="00BF15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14907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39461" y="4973985"/>
            <a:ext cx="1195862" cy="345212"/>
            <a:chOff x="0" y="0"/>
            <a:chExt cx="3741776" cy="10801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41776" cy="1080145"/>
            </a:xfrm>
            <a:custGeom>
              <a:avLst/>
              <a:gdLst/>
              <a:ahLst/>
              <a:cxnLst/>
              <a:rect r="r" b="b" t="t" l="l"/>
              <a:pathLst>
                <a:path h="1080145" w="3741776">
                  <a:moveTo>
                    <a:pt x="3741776" y="440227"/>
                  </a:moveTo>
                  <a:lnTo>
                    <a:pt x="3741776" y="639918"/>
                  </a:lnTo>
                  <a:cubicBezTo>
                    <a:pt x="3741776" y="756673"/>
                    <a:pt x="3695395" y="868647"/>
                    <a:pt x="3612836" y="951205"/>
                  </a:cubicBezTo>
                  <a:cubicBezTo>
                    <a:pt x="3530278" y="1033764"/>
                    <a:pt x="3418305" y="1080145"/>
                    <a:pt x="3301549" y="1080145"/>
                  </a:cubicBezTo>
                  <a:lnTo>
                    <a:pt x="440227" y="1080145"/>
                  </a:lnTo>
                  <a:cubicBezTo>
                    <a:pt x="323471" y="1080145"/>
                    <a:pt x="211498" y="1033764"/>
                    <a:pt x="128939" y="951205"/>
                  </a:cubicBezTo>
                  <a:cubicBezTo>
                    <a:pt x="46381" y="868647"/>
                    <a:pt x="0" y="756673"/>
                    <a:pt x="0" y="639918"/>
                  </a:cubicBezTo>
                  <a:lnTo>
                    <a:pt x="0" y="440227"/>
                  </a:lnTo>
                  <a:cubicBezTo>
                    <a:pt x="0" y="323471"/>
                    <a:pt x="46381" y="211498"/>
                    <a:pt x="128939" y="128939"/>
                  </a:cubicBezTo>
                  <a:cubicBezTo>
                    <a:pt x="211498" y="46381"/>
                    <a:pt x="323471" y="0"/>
                    <a:pt x="440227" y="0"/>
                  </a:cubicBezTo>
                  <a:lnTo>
                    <a:pt x="3301549" y="0"/>
                  </a:lnTo>
                  <a:cubicBezTo>
                    <a:pt x="3418305" y="0"/>
                    <a:pt x="3530278" y="46381"/>
                    <a:pt x="3612836" y="128939"/>
                  </a:cubicBezTo>
                  <a:cubicBezTo>
                    <a:pt x="3695395" y="211498"/>
                    <a:pt x="3741776" y="323471"/>
                    <a:pt x="3741776" y="440227"/>
                  </a:cubicBezTo>
                  <a:close/>
                </a:path>
              </a:pathLst>
            </a:custGeom>
            <a:solidFill>
              <a:srgbClr val="00BF1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41776" cy="1118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b="true" sz="11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bestSlot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695049" y="5051037"/>
            <a:ext cx="136845" cy="184926"/>
          </a:xfrm>
          <a:custGeom>
            <a:avLst/>
            <a:gdLst/>
            <a:ahLst/>
            <a:cxnLst/>
            <a:rect r="r" b="b" t="t" l="l"/>
            <a:pathLst>
              <a:path h="184926" w="136845">
                <a:moveTo>
                  <a:pt x="0" y="0"/>
                </a:moveTo>
                <a:lnTo>
                  <a:pt x="136845" y="0"/>
                </a:lnTo>
                <a:lnTo>
                  <a:pt x="136845" y="184926"/>
                </a:lnTo>
                <a:lnTo>
                  <a:pt x="0" y="1849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9928816" y="5210724"/>
            <a:ext cx="7821300" cy="2584610"/>
          </a:xfrm>
          <a:custGeom>
            <a:avLst/>
            <a:gdLst/>
            <a:ahLst/>
            <a:cxnLst/>
            <a:rect r="r" b="b" t="t" l="l"/>
            <a:pathLst>
              <a:path h="2584610" w="7821300">
                <a:moveTo>
                  <a:pt x="0" y="0"/>
                </a:moveTo>
                <a:lnTo>
                  <a:pt x="7821300" y="0"/>
                </a:lnTo>
                <a:lnTo>
                  <a:pt x="7821300" y="2584610"/>
                </a:lnTo>
                <a:lnTo>
                  <a:pt x="0" y="25846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5389" t="-10863" r="-4299" b="-21059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562453" y="8972693"/>
            <a:ext cx="764166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A parità di reparto, lo slot che </a:t>
            </a:r>
            <a:r>
              <a:rPr lang="en-US" b="true" sz="200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riempie meglio la giornata</a:t>
            </a:r>
            <a:r>
              <a:rPr lang="en-US" sz="2000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b="true" sz="2000">
                <a:solidFill>
                  <a:srgbClr val="3A4D60"/>
                </a:solidFill>
                <a:latin typeface="Poppins Bold"/>
                <a:ea typeface="Poppins Bold"/>
                <a:cs typeface="Poppins Bold"/>
                <a:sym typeface="Poppins Bold"/>
              </a:rPr>
              <a:t>lascia meno tempo morto</a:t>
            </a:r>
            <a:r>
              <a:rPr lang="en-US" sz="2000">
                <a:solidFill>
                  <a:srgbClr val="6A7B8B"/>
                </a:solidFill>
                <a:latin typeface="Poppins"/>
                <a:ea typeface="Poppins"/>
                <a:cs typeface="Poppins"/>
                <a:sym typeface="Poppins"/>
              </a:rPr>
              <a:t> vince.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100866" y="5428352"/>
            <a:ext cx="603609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6283C"/>
                </a:solidFill>
                <a:latin typeface="Poppins Bold"/>
                <a:ea typeface="Poppins Bold"/>
                <a:cs typeface="Poppins Bold"/>
                <a:sym typeface="Poppins Bold"/>
              </a:rPr>
              <a:t>Slot B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921359" y="5473615"/>
            <a:ext cx="725376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candidato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100866" y="7278716"/>
            <a:ext cx="219577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A4D60"/>
                </a:solidFill>
                <a:latin typeface="Poppins"/>
                <a:ea typeface="Poppins"/>
                <a:cs typeface="Poppins"/>
                <a:sym typeface="Poppins"/>
              </a:rPr>
              <a:t>Minuti residui a fine turno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405666" y="6040466"/>
            <a:ext cx="3334922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A4D60"/>
                </a:solidFill>
                <a:latin typeface="Poppins"/>
                <a:ea typeface="Poppins"/>
                <a:cs typeface="Poppins"/>
                <a:sym typeface="Poppins"/>
              </a:rPr>
              <a:t>Non aumenta gli interventi del reparto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173331" y="6059993"/>
            <a:ext cx="1989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6A7B8B"/>
                </a:solidFill>
                <a:latin typeface="Poppins Bold"/>
                <a:ea typeface="Poppins Bold"/>
                <a:cs typeface="Poppins Bold"/>
                <a:sym typeface="Poppins Bold"/>
              </a:rPr>
              <a:t>+0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958123" y="7298243"/>
            <a:ext cx="4184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E5484D"/>
                </a:solidFill>
                <a:latin typeface="Poppins Bold"/>
                <a:ea typeface="Poppins Bold"/>
                <a:cs typeface="Poppins Bold"/>
                <a:sym typeface="Poppins Bold"/>
              </a:rPr>
              <a:t>molti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470685" y="7163237"/>
            <a:ext cx="679247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intervento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871613" y="5163560"/>
            <a:ext cx="7916655" cy="2678938"/>
            <a:chOff x="0" y="0"/>
            <a:chExt cx="2085045" cy="7055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85045" cy="705564"/>
            </a:xfrm>
            <a:custGeom>
              <a:avLst/>
              <a:gdLst/>
              <a:ahLst/>
              <a:cxnLst/>
              <a:rect r="r" b="b" t="t" l="l"/>
              <a:pathLst>
                <a:path h="705564" w="2085045">
                  <a:moveTo>
                    <a:pt x="16625" y="0"/>
                  </a:moveTo>
                  <a:lnTo>
                    <a:pt x="2068420" y="0"/>
                  </a:lnTo>
                  <a:cubicBezTo>
                    <a:pt x="2077602" y="0"/>
                    <a:pt x="2085045" y="7443"/>
                    <a:pt x="2085045" y="16625"/>
                  </a:cubicBezTo>
                  <a:lnTo>
                    <a:pt x="2085045" y="688939"/>
                  </a:lnTo>
                  <a:cubicBezTo>
                    <a:pt x="2085045" y="698121"/>
                    <a:pt x="2077602" y="705564"/>
                    <a:pt x="2068420" y="705564"/>
                  </a:cubicBezTo>
                  <a:lnTo>
                    <a:pt x="16625" y="705564"/>
                  </a:lnTo>
                  <a:cubicBezTo>
                    <a:pt x="12216" y="705564"/>
                    <a:pt x="7987" y="703813"/>
                    <a:pt x="4869" y="700695"/>
                  </a:cubicBezTo>
                  <a:cubicBezTo>
                    <a:pt x="1752" y="697577"/>
                    <a:pt x="0" y="693348"/>
                    <a:pt x="0" y="688939"/>
                  </a:cubicBezTo>
                  <a:lnTo>
                    <a:pt x="0" y="16625"/>
                  </a:lnTo>
                  <a:cubicBezTo>
                    <a:pt x="0" y="7443"/>
                    <a:pt x="7443" y="0"/>
                    <a:pt x="16625" y="0"/>
                  </a:cubicBezTo>
                  <a:close/>
                </a:path>
              </a:pathLst>
            </a:custGeom>
            <a:ln w="47625" cap="sq">
              <a:solidFill>
                <a:srgbClr val="E5484D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085045" cy="753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6810781" y="6375813"/>
            <a:ext cx="344805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6283C"/>
                </a:solidFill>
                <a:latin typeface="Poppins Bold"/>
                <a:ea typeface="Poppins Bold"/>
                <a:cs typeface="Poppins Bold"/>
                <a:sym typeface="Poppins Bold"/>
              </a:rPr>
              <a:t>22:00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0882">
            <a:off x="-736090" y="-2468218"/>
            <a:ext cx="20461441" cy="13539279"/>
          </a:xfrm>
          <a:custGeom>
            <a:avLst/>
            <a:gdLst/>
            <a:ahLst/>
            <a:cxnLst/>
            <a:rect r="r" b="b" t="t" l="l"/>
            <a:pathLst>
              <a:path h="13539279" w="20461441">
                <a:moveTo>
                  <a:pt x="20461441" y="0"/>
                </a:moveTo>
                <a:lnTo>
                  <a:pt x="0" y="0"/>
                </a:lnTo>
                <a:lnTo>
                  <a:pt x="0" y="13539279"/>
                </a:lnTo>
                <a:lnTo>
                  <a:pt x="20461441" y="13539279"/>
                </a:lnTo>
                <a:lnTo>
                  <a:pt x="204614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3500" y="4676775"/>
            <a:ext cx="3619500" cy="3048000"/>
            <a:chOff x="0" y="0"/>
            <a:chExt cx="4826000" cy="406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826000">
                  <a:moveTo>
                    <a:pt x="406400" y="0"/>
                  </a:moveTo>
                  <a:lnTo>
                    <a:pt x="4419600" y="0"/>
                  </a:lnTo>
                  <a:cubicBezTo>
                    <a:pt x="4644049" y="0"/>
                    <a:pt x="4826000" y="181951"/>
                    <a:pt x="4826000" y="406400"/>
                  </a:cubicBezTo>
                  <a:lnTo>
                    <a:pt x="4826000" y="3657600"/>
                  </a:lnTo>
                  <a:cubicBezTo>
                    <a:pt x="4826000" y="3882049"/>
                    <a:pt x="4644049" y="4064000"/>
                    <a:pt x="4419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19250" y="5133975"/>
            <a:ext cx="342900" cy="342900"/>
            <a:chOff x="0" y="0"/>
            <a:chExt cx="4572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34000" y="4676775"/>
            <a:ext cx="3619500" cy="3048000"/>
            <a:chOff x="0" y="0"/>
            <a:chExt cx="4826000" cy="406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826000">
                  <a:moveTo>
                    <a:pt x="406400" y="0"/>
                  </a:moveTo>
                  <a:lnTo>
                    <a:pt x="4419600" y="0"/>
                  </a:lnTo>
                  <a:cubicBezTo>
                    <a:pt x="4644049" y="0"/>
                    <a:pt x="4826000" y="181951"/>
                    <a:pt x="4826000" y="406400"/>
                  </a:cubicBezTo>
                  <a:lnTo>
                    <a:pt x="4826000" y="3657600"/>
                  </a:lnTo>
                  <a:cubicBezTo>
                    <a:pt x="4826000" y="3882049"/>
                    <a:pt x="4644049" y="4064000"/>
                    <a:pt x="4419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619750" y="5133975"/>
            <a:ext cx="342900" cy="342900"/>
            <a:chOff x="0" y="0"/>
            <a:chExt cx="4572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34500" y="4676775"/>
            <a:ext cx="3619500" cy="3048000"/>
            <a:chOff x="0" y="0"/>
            <a:chExt cx="4826000" cy="406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826000">
                  <a:moveTo>
                    <a:pt x="406400" y="0"/>
                  </a:moveTo>
                  <a:lnTo>
                    <a:pt x="4419600" y="0"/>
                  </a:lnTo>
                  <a:cubicBezTo>
                    <a:pt x="4644049" y="0"/>
                    <a:pt x="4826000" y="181951"/>
                    <a:pt x="4826000" y="406400"/>
                  </a:cubicBezTo>
                  <a:lnTo>
                    <a:pt x="4826000" y="3657600"/>
                  </a:lnTo>
                  <a:cubicBezTo>
                    <a:pt x="4826000" y="3882049"/>
                    <a:pt x="4644049" y="4064000"/>
                    <a:pt x="4419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20250" y="5133975"/>
            <a:ext cx="342900" cy="342900"/>
            <a:chOff x="0" y="0"/>
            <a:chExt cx="457200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000" y="4676775"/>
            <a:ext cx="3619500" cy="3048000"/>
            <a:chOff x="0" y="0"/>
            <a:chExt cx="4826000" cy="406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826000">
                  <a:moveTo>
                    <a:pt x="406400" y="0"/>
                  </a:moveTo>
                  <a:lnTo>
                    <a:pt x="4419600" y="0"/>
                  </a:lnTo>
                  <a:cubicBezTo>
                    <a:pt x="4644049" y="0"/>
                    <a:pt x="4826000" y="181951"/>
                    <a:pt x="4826000" y="406400"/>
                  </a:cubicBezTo>
                  <a:lnTo>
                    <a:pt x="4826000" y="3657600"/>
                  </a:lnTo>
                  <a:cubicBezTo>
                    <a:pt x="4826000" y="3882049"/>
                    <a:pt x="4644049" y="4064000"/>
                    <a:pt x="4419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3CD4">
                    <a:alpha val="100000"/>
                  </a:srgbClr>
                </a:gs>
                <a:gs pos="100000">
                  <a:srgbClr val="DE80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620750" y="5133975"/>
            <a:ext cx="342900" cy="342900"/>
            <a:chOff x="0" y="0"/>
            <a:chExt cx="45720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E2569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33475" y="1872615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419100" cap="sq">
            <a:solidFill>
              <a:srgbClr val="16BDD8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714500" y="1700212"/>
            <a:ext cx="285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1799" strike="noStrike" u="none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VALIDAZIONE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3475" y="1995488"/>
            <a:ext cx="967416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Testare la</a:t>
            </a:r>
            <a:r>
              <a:rPr lang="en-US" b="true" sz="42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bontà 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dello Scheduler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2864802"/>
            <a:ext cx="80010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 batteria di test verifica prima la</a:t>
            </a:r>
            <a:r>
              <a:rPr lang="en-US" sz="17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1799">
                <a:gradFill>
                  <a:gsLst>
                    <a:gs pos="0">
                      <a:srgbClr val="4F46E5">
                        <a:alpha val="100000"/>
                      </a:srgbClr>
                    </a:gs>
                    <a:gs pos="100000">
                      <a:srgbClr val="06B6D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correttezza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poi l’</a:t>
            </a:r>
            <a:r>
              <a:rPr lang="en-US" b="true" sz="1799">
                <a:gradFill>
                  <a:gsLst>
                    <a:gs pos="0">
                      <a:srgbClr val="4F46E5">
                        <a:alpha val="100000"/>
                      </a:srgbClr>
                    </a:gs>
                    <a:gs pos="100000">
                      <a:srgbClr val="06B6D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efficienza</a:t>
            </a:r>
            <a:r>
              <a:rPr lang="en-US" sz="1799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sotto carico reale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9250" y="5789295"/>
            <a:ext cx="30480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Vincolo di fine turno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9250" y="6256020"/>
            <a:ext cx="3048000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Testiamo che nessun intervento termina dopo le 22:00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19750" y="5789295"/>
            <a:ext cx="30480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Nessuna Sovrapposizione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9750" y="6256020"/>
            <a:ext cx="30480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Testiamo che non ci siano mai due interventi dello stesso reparto in contemporanea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20250" y="5789295"/>
            <a:ext cx="30480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Preferenza continuità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20250" y="6256020"/>
            <a:ext cx="30480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Testiamo che due interventi dello stesso reparto nello stesso giorno siano in blocchi consecutivi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20750" y="5789295"/>
            <a:ext cx="30480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Efficienza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20750" y="6256020"/>
            <a:ext cx="3048000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Tasso di Scheduling ed utilizzo delle sale sotto carico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66" t="-65756" r="-30069" b="-8144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66" t="-65756" r="-30069" b="-8144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1080882">
            <a:off x="8886450" y="7530266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10" y="0"/>
                </a:moveTo>
                <a:lnTo>
                  <a:pt x="0" y="0"/>
                </a:lnTo>
                <a:lnTo>
                  <a:pt x="0" y="6370231"/>
                </a:lnTo>
                <a:lnTo>
                  <a:pt x="9627110" y="6370231"/>
                </a:lnTo>
                <a:lnTo>
                  <a:pt x="96271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82775" y="1609083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73293" y="207161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2"/>
                </a:lnTo>
                <a:lnTo>
                  <a:pt x="0" y="46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23566" y="481263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1668899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6375" y="1840349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419100" cap="sq">
            <a:solidFill>
              <a:srgbClr val="16BDD8"/>
            </a:solidFill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990237" y="3703055"/>
            <a:ext cx="10486623" cy="1358900"/>
            <a:chOff x="0" y="0"/>
            <a:chExt cx="13982164" cy="181186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5094536" y="0"/>
              <a:ext cx="4373964" cy="1415359"/>
              <a:chOff x="0" y="0"/>
              <a:chExt cx="863993" cy="27957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63993" cy="279577"/>
              </a:xfrm>
              <a:custGeom>
                <a:avLst/>
                <a:gdLst/>
                <a:ahLst/>
                <a:cxnLst/>
                <a:rect r="r" b="b" t="t" l="l"/>
                <a:pathLst>
                  <a:path h="279577" w="863993">
                    <a:moveTo>
                      <a:pt x="40120" y="0"/>
                    </a:moveTo>
                    <a:lnTo>
                      <a:pt x="823873" y="0"/>
                    </a:lnTo>
                    <a:cubicBezTo>
                      <a:pt x="846031" y="0"/>
                      <a:pt x="863993" y="17962"/>
                      <a:pt x="863993" y="40120"/>
                    </a:cubicBezTo>
                    <a:lnTo>
                      <a:pt x="863993" y="239457"/>
                    </a:lnTo>
                    <a:cubicBezTo>
                      <a:pt x="863993" y="261615"/>
                      <a:pt x="846031" y="279577"/>
                      <a:pt x="823873" y="279577"/>
                    </a:cubicBezTo>
                    <a:lnTo>
                      <a:pt x="40120" y="279577"/>
                    </a:lnTo>
                    <a:cubicBezTo>
                      <a:pt x="29480" y="279577"/>
                      <a:pt x="19275" y="275350"/>
                      <a:pt x="11751" y="267826"/>
                    </a:cubicBezTo>
                    <a:cubicBezTo>
                      <a:pt x="4227" y="260302"/>
                      <a:pt x="0" y="250098"/>
                      <a:pt x="0" y="239457"/>
                    </a:cubicBezTo>
                    <a:lnTo>
                      <a:pt x="0" y="40120"/>
                    </a:lnTo>
                    <a:cubicBezTo>
                      <a:pt x="0" y="17962"/>
                      <a:pt x="17962" y="0"/>
                      <a:pt x="40120" y="0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863993" cy="3272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Ginecologia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10h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9608200" y="0"/>
              <a:ext cx="4373964" cy="1415359"/>
              <a:chOff x="0" y="0"/>
              <a:chExt cx="863993" cy="27957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63993" cy="279577"/>
              </a:xfrm>
              <a:custGeom>
                <a:avLst/>
                <a:gdLst/>
                <a:ahLst/>
                <a:cxnLst/>
                <a:rect r="r" b="b" t="t" l="l"/>
                <a:pathLst>
                  <a:path h="279577" w="863993">
                    <a:moveTo>
                      <a:pt x="40120" y="0"/>
                    </a:moveTo>
                    <a:lnTo>
                      <a:pt x="823873" y="0"/>
                    </a:lnTo>
                    <a:cubicBezTo>
                      <a:pt x="846031" y="0"/>
                      <a:pt x="863993" y="17962"/>
                      <a:pt x="863993" y="40120"/>
                    </a:cubicBezTo>
                    <a:lnTo>
                      <a:pt x="863993" y="239457"/>
                    </a:lnTo>
                    <a:cubicBezTo>
                      <a:pt x="863993" y="261615"/>
                      <a:pt x="846031" y="279577"/>
                      <a:pt x="823873" y="279577"/>
                    </a:cubicBezTo>
                    <a:lnTo>
                      <a:pt x="40120" y="279577"/>
                    </a:lnTo>
                    <a:cubicBezTo>
                      <a:pt x="29480" y="279577"/>
                      <a:pt x="19275" y="275350"/>
                      <a:pt x="11751" y="267826"/>
                    </a:cubicBezTo>
                    <a:cubicBezTo>
                      <a:pt x="4227" y="260302"/>
                      <a:pt x="0" y="250098"/>
                      <a:pt x="0" y="239457"/>
                    </a:cubicBezTo>
                    <a:lnTo>
                      <a:pt x="0" y="40120"/>
                    </a:lnTo>
                    <a:cubicBezTo>
                      <a:pt x="0" y="17962"/>
                      <a:pt x="17962" y="0"/>
                      <a:pt x="40120" y="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863993" cy="3272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Ortopedia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11h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4269629" cy="1878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6A7B8B"/>
                  </a:solidFill>
                  <a:latin typeface="Poppins"/>
                  <a:ea typeface="Poppins"/>
                  <a:cs typeface="Poppins"/>
                  <a:sym typeface="Poppins"/>
                </a:rPr>
                <a:t>Solo 2 interventi, di reparti diversi per farli finire nella stessa settimana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3788" y="5414380"/>
            <a:ext cx="7895623" cy="1914967"/>
            <a:chOff x="0" y="0"/>
            <a:chExt cx="10527497" cy="255328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506558" cy="2553289"/>
              <a:chOff x="0" y="0"/>
              <a:chExt cx="2075370" cy="50435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75369" cy="504353"/>
              </a:xfrm>
              <a:custGeom>
                <a:avLst/>
                <a:gdLst/>
                <a:ahLst/>
                <a:cxnLst/>
                <a:rect r="r" b="b" t="t" l="l"/>
                <a:pathLst>
                  <a:path h="504353" w="2075369">
                    <a:moveTo>
                      <a:pt x="0" y="0"/>
                    </a:moveTo>
                    <a:lnTo>
                      <a:pt x="2075369" y="0"/>
                    </a:lnTo>
                    <a:lnTo>
                      <a:pt x="2075369" y="504353"/>
                    </a:lnTo>
                    <a:lnTo>
                      <a:pt x="0" y="504353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075370" cy="551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94338" y="926448"/>
              <a:ext cx="9720748" cy="1278803"/>
              <a:chOff x="0" y="0"/>
              <a:chExt cx="1920148" cy="25260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920148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920148">
                    <a:moveTo>
                      <a:pt x="18052" y="0"/>
                    </a:moveTo>
                    <a:lnTo>
                      <a:pt x="1902095" y="0"/>
                    </a:lnTo>
                    <a:cubicBezTo>
                      <a:pt x="1912065" y="0"/>
                      <a:pt x="1920148" y="8082"/>
                      <a:pt x="1920148" y="18052"/>
                    </a:cubicBezTo>
                    <a:lnTo>
                      <a:pt x="1920148" y="234551"/>
                    </a:lnTo>
                    <a:cubicBezTo>
                      <a:pt x="1920148" y="239338"/>
                      <a:pt x="1918246" y="243930"/>
                      <a:pt x="1914860" y="247316"/>
                    </a:cubicBezTo>
                    <a:cubicBezTo>
                      <a:pt x="1911475" y="250701"/>
                      <a:pt x="1906883" y="252603"/>
                      <a:pt x="1902095" y="252603"/>
                    </a:cubicBezTo>
                    <a:lnTo>
                      <a:pt x="18052" y="252603"/>
                    </a:lnTo>
                    <a:cubicBezTo>
                      <a:pt x="8082" y="252603"/>
                      <a:pt x="0" y="244521"/>
                      <a:pt x="0" y="234551"/>
                    </a:cubicBezTo>
                    <a:lnTo>
                      <a:pt x="0" y="18052"/>
                    </a:lnTo>
                    <a:cubicBezTo>
                      <a:pt x="0" y="13265"/>
                      <a:pt x="1902" y="8673"/>
                      <a:pt x="5287" y="5287"/>
                    </a:cubicBezTo>
                    <a:cubicBezTo>
                      <a:pt x="8673" y="1902"/>
                      <a:pt x="13265" y="0"/>
                      <a:pt x="18052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1920148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94338" y="350490"/>
              <a:ext cx="1965643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Stesso Giorno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475149" y="1047835"/>
              <a:ext cx="6965281" cy="1036030"/>
              <a:chOff x="0" y="0"/>
              <a:chExt cx="1375858" cy="20464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75858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1375858">
                    <a:moveTo>
                      <a:pt x="25194" y="0"/>
                    </a:moveTo>
                    <a:lnTo>
                      <a:pt x="1350664" y="0"/>
                    </a:lnTo>
                    <a:cubicBezTo>
                      <a:pt x="1364578" y="0"/>
                      <a:pt x="1375858" y="11280"/>
                      <a:pt x="1375858" y="25194"/>
                    </a:cubicBezTo>
                    <a:lnTo>
                      <a:pt x="1375858" y="179454"/>
                    </a:lnTo>
                    <a:cubicBezTo>
                      <a:pt x="1375858" y="186136"/>
                      <a:pt x="1373204" y="192544"/>
                      <a:pt x="1368479" y="197269"/>
                    </a:cubicBezTo>
                    <a:cubicBezTo>
                      <a:pt x="1363754" y="201994"/>
                      <a:pt x="1357346" y="204648"/>
                      <a:pt x="1350664" y="204648"/>
                    </a:cubicBezTo>
                    <a:lnTo>
                      <a:pt x="25194" y="204648"/>
                    </a:lnTo>
                    <a:cubicBezTo>
                      <a:pt x="18512" y="204648"/>
                      <a:pt x="12104" y="201994"/>
                      <a:pt x="7379" y="197269"/>
                    </a:cubicBezTo>
                    <a:cubicBezTo>
                      <a:pt x="2654" y="192544"/>
                      <a:pt x="0" y="186136"/>
                      <a:pt x="0" y="179454"/>
                    </a:cubicBezTo>
                    <a:lnTo>
                      <a:pt x="0" y="25194"/>
                    </a:lnTo>
                    <a:cubicBezTo>
                      <a:pt x="0" y="18512"/>
                      <a:pt x="2654" y="12104"/>
                      <a:pt x="7379" y="7379"/>
                    </a:cubicBezTo>
                    <a:cubicBezTo>
                      <a:pt x="12104" y="2654"/>
                      <a:pt x="18512" y="0"/>
                      <a:pt x="25194" y="0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1375858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Ginecologia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10h : 08:00 - 18:00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439453" y="1044512"/>
              <a:ext cx="701032" cy="1039353"/>
              <a:chOff x="0" y="0"/>
              <a:chExt cx="138476" cy="20530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8476" cy="205304"/>
              </a:xfrm>
              <a:custGeom>
                <a:avLst/>
                <a:gdLst/>
                <a:ahLst/>
                <a:cxnLst/>
                <a:rect r="r" b="b" t="t" l="l"/>
                <a:pathLst>
                  <a:path h="205304" w="138476">
                    <a:moveTo>
                      <a:pt x="0" y="0"/>
                    </a:moveTo>
                    <a:lnTo>
                      <a:pt x="138476" y="0"/>
                    </a:lnTo>
                    <a:lnTo>
                      <a:pt x="138476" y="205304"/>
                    </a:lnTo>
                    <a:lnTo>
                      <a:pt x="0" y="205304"/>
                    </a:ln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138476" cy="252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7440431" y="1044512"/>
              <a:ext cx="2674655" cy="1039353"/>
              <a:chOff x="0" y="0"/>
              <a:chExt cx="528327" cy="20530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28327" cy="205304"/>
              </a:xfrm>
              <a:custGeom>
                <a:avLst/>
                <a:gdLst/>
                <a:ahLst/>
                <a:cxnLst/>
                <a:rect r="r" b="b" t="t" l="l"/>
                <a:pathLst>
                  <a:path h="205304" w="528327">
                    <a:moveTo>
                      <a:pt x="65610" y="0"/>
                    </a:moveTo>
                    <a:lnTo>
                      <a:pt x="462717" y="0"/>
                    </a:lnTo>
                    <a:cubicBezTo>
                      <a:pt x="498952" y="0"/>
                      <a:pt x="528327" y="29374"/>
                      <a:pt x="528327" y="65610"/>
                    </a:cubicBezTo>
                    <a:lnTo>
                      <a:pt x="528327" y="139695"/>
                    </a:lnTo>
                    <a:cubicBezTo>
                      <a:pt x="528327" y="175930"/>
                      <a:pt x="498952" y="205304"/>
                      <a:pt x="462717" y="205304"/>
                    </a:cubicBezTo>
                    <a:lnTo>
                      <a:pt x="65610" y="205304"/>
                    </a:lnTo>
                    <a:cubicBezTo>
                      <a:pt x="29374" y="205304"/>
                      <a:pt x="0" y="175930"/>
                      <a:pt x="0" y="139695"/>
                    </a:cubicBezTo>
                    <a:lnTo>
                      <a:pt x="0" y="65610"/>
                    </a:lnTo>
                    <a:cubicBezTo>
                      <a:pt x="0" y="29374"/>
                      <a:pt x="29374" y="0"/>
                      <a:pt x="65610" y="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528327" cy="252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Ortopedia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11h : 18:00 - 05:00</a:t>
                </a: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94338" y="2202076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7215875" y="2202076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18:00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9890530" y="2202076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22:00</a:t>
              </a:r>
            </a:p>
          </p:txBody>
        </p:sp>
        <p:sp>
          <p:nvSpPr>
            <p:cNvPr name="AutoShape 47" id="47"/>
            <p:cNvSpPr/>
            <p:nvPr/>
          </p:nvSpPr>
          <p:spPr>
            <a:xfrm flipH="true" flipV="true">
              <a:off x="7440431" y="723235"/>
              <a:ext cx="0" cy="1584181"/>
            </a:xfrm>
            <a:prstGeom prst="line">
              <a:avLst/>
            </a:prstGeom>
            <a:ln cap="flat" w="50800">
              <a:solidFill>
                <a:srgbClr val="94A3B8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48" id="48"/>
            <p:cNvGrpSpPr/>
            <p:nvPr/>
          </p:nvGrpSpPr>
          <p:grpSpPr>
            <a:xfrm rot="0">
              <a:off x="10140486" y="1047835"/>
              <a:ext cx="366072" cy="1036030"/>
              <a:chOff x="0" y="0"/>
              <a:chExt cx="72311" cy="20464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2311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72311">
                    <a:moveTo>
                      <a:pt x="0" y="0"/>
                    </a:moveTo>
                    <a:lnTo>
                      <a:pt x="72311" y="0"/>
                    </a:lnTo>
                    <a:lnTo>
                      <a:pt x="72311" y="204648"/>
                    </a:lnTo>
                    <a:lnTo>
                      <a:pt x="0" y="2046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72311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sp>
          <p:nvSpPr>
            <p:cNvPr name="AutoShape 51" id="51"/>
            <p:cNvSpPr/>
            <p:nvPr/>
          </p:nvSpPr>
          <p:spPr>
            <a:xfrm flipH="true" flipV="true">
              <a:off x="10140486" y="646470"/>
              <a:ext cx="0" cy="1584181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0140486" y="1085020"/>
              <a:ext cx="183036" cy="194680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V="true">
              <a:off x="10151021" y="1120178"/>
              <a:ext cx="306316" cy="420898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10171618" y="1416240"/>
              <a:ext cx="334940" cy="401076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V="true">
              <a:off x="10323522" y="1817316"/>
              <a:ext cx="183036" cy="266549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10171960" y="1655311"/>
              <a:ext cx="334599" cy="372022"/>
            </a:xfrm>
            <a:prstGeom prst="line">
              <a:avLst/>
            </a:prstGeom>
            <a:ln cap="flat" w="50800">
              <a:solidFill>
                <a:srgbClr val="E5484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466428" y="5414380"/>
            <a:ext cx="7879919" cy="3345976"/>
            <a:chOff x="0" y="0"/>
            <a:chExt cx="10506558" cy="4461302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10506558" cy="4461302"/>
              <a:chOff x="0" y="0"/>
              <a:chExt cx="2075370" cy="881245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75369" cy="881245"/>
              </a:xfrm>
              <a:custGeom>
                <a:avLst/>
                <a:gdLst/>
                <a:ahLst/>
                <a:cxnLst/>
                <a:rect r="r" b="b" t="t" l="l"/>
                <a:pathLst>
                  <a:path h="881245" w="2075369">
                    <a:moveTo>
                      <a:pt x="0" y="0"/>
                    </a:moveTo>
                    <a:lnTo>
                      <a:pt x="2075369" y="0"/>
                    </a:lnTo>
                    <a:lnTo>
                      <a:pt x="2075369" y="881245"/>
                    </a:lnTo>
                    <a:lnTo>
                      <a:pt x="0" y="881245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2075370" cy="928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392905" y="951848"/>
              <a:ext cx="9720748" cy="1278803"/>
              <a:chOff x="0" y="0"/>
              <a:chExt cx="1920148" cy="252603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920148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920148">
                    <a:moveTo>
                      <a:pt x="18052" y="0"/>
                    </a:moveTo>
                    <a:lnTo>
                      <a:pt x="1902095" y="0"/>
                    </a:lnTo>
                    <a:cubicBezTo>
                      <a:pt x="1912065" y="0"/>
                      <a:pt x="1920148" y="8082"/>
                      <a:pt x="1920148" y="18052"/>
                    </a:cubicBezTo>
                    <a:lnTo>
                      <a:pt x="1920148" y="234551"/>
                    </a:lnTo>
                    <a:cubicBezTo>
                      <a:pt x="1920148" y="239338"/>
                      <a:pt x="1918246" y="243930"/>
                      <a:pt x="1914860" y="247316"/>
                    </a:cubicBezTo>
                    <a:cubicBezTo>
                      <a:pt x="1911475" y="250701"/>
                      <a:pt x="1906883" y="252603"/>
                      <a:pt x="1902095" y="252603"/>
                    </a:cubicBezTo>
                    <a:lnTo>
                      <a:pt x="18052" y="252603"/>
                    </a:lnTo>
                    <a:cubicBezTo>
                      <a:pt x="8082" y="252603"/>
                      <a:pt x="0" y="244521"/>
                      <a:pt x="0" y="234551"/>
                    </a:cubicBezTo>
                    <a:lnTo>
                      <a:pt x="0" y="18052"/>
                    </a:lnTo>
                    <a:cubicBezTo>
                      <a:pt x="0" y="13265"/>
                      <a:pt x="1902" y="8673"/>
                      <a:pt x="5287" y="5287"/>
                    </a:cubicBezTo>
                    <a:cubicBezTo>
                      <a:pt x="8673" y="1902"/>
                      <a:pt x="13265" y="0"/>
                      <a:pt x="18052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47625"/>
                <a:ext cx="1920148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392905" y="350490"/>
              <a:ext cx="1913414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Giorni Diversi</a:t>
              </a:r>
            </a:p>
          </p:txBody>
        </p:sp>
        <p:grpSp>
          <p:nvGrpSpPr>
            <p:cNvPr name="Group 65" id="65"/>
            <p:cNvGrpSpPr/>
            <p:nvPr/>
          </p:nvGrpSpPr>
          <p:grpSpPr>
            <a:xfrm rot="0">
              <a:off x="392905" y="1044512"/>
              <a:ext cx="6965281" cy="1036030"/>
              <a:chOff x="0" y="0"/>
              <a:chExt cx="1375858" cy="204648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375858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1375858">
                    <a:moveTo>
                      <a:pt x="25194" y="0"/>
                    </a:moveTo>
                    <a:lnTo>
                      <a:pt x="1350664" y="0"/>
                    </a:lnTo>
                    <a:cubicBezTo>
                      <a:pt x="1364578" y="0"/>
                      <a:pt x="1375858" y="11280"/>
                      <a:pt x="1375858" y="25194"/>
                    </a:cubicBezTo>
                    <a:lnTo>
                      <a:pt x="1375858" y="179454"/>
                    </a:lnTo>
                    <a:cubicBezTo>
                      <a:pt x="1375858" y="186136"/>
                      <a:pt x="1373204" y="192544"/>
                      <a:pt x="1368479" y="197269"/>
                    </a:cubicBezTo>
                    <a:cubicBezTo>
                      <a:pt x="1363754" y="201994"/>
                      <a:pt x="1357346" y="204648"/>
                      <a:pt x="1350664" y="204648"/>
                    </a:cubicBezTo>
                    <a:lnTo>
                      <a:pt x="25194" y="204648"/>
                    </a:lnTo>
                    <a:cubicBezTo>
                      <a:pt x="18512" y="204648"/>
                      <a:pt x="12104" y="201994"/>
                      <a:pt x="7379" y="197269"/>
                    </a:cubicBezTo>
                    <a:cubicBezTo>
                      <a:pt x="2654" y="192544"/>
                      <a:pt x="0" y="186136"/>
                      <a:pt x="0" y="179454"/>
                    </a:cubicBezTo>
                    <a:lnTo>
                      <a:pt x="0" y="25194"/>
                    </a:lnTo>
                    <a:cubicBezTo>
                      <a:pt x="0" y="18512"/>
                      <a:pt x="2654" y="12104"/>
                      <a:pt x="7379" y="7379"/>
                    </a:cubicBezTo>
                    <a:cubicBezTo>
                      <a:pt x="12104" y="2654"/>
                      <a:pt x="18512" y="0"/>
                      <a:pt x="25194" y="0"/>
                    </a:cubicBezTo>
                    <a:close/>
                  </a:path>
                </a:pathLst>
              </a:custGeom>
              <a:solidFill>
                <a:srgbClr val="E2569B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1375858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Ginecologia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10h : 08:00 - 18:00</a:t>
                </a:r>
              </a:p>
            </p:txBody>
          </p:sp>
        </p:grpSp>
        <p:sp>
          <p:nvSpPr>
            <p:cNvPr name="AutoShape 68" id="68"/>
            <p:cNvSpPr/>
            <p:nvPr/>
          </p:nvSpPr>
          <p:spPr>
            <a:xfrm flipV="true">
              <a:off x="7358187" y="723235"/>
              <a:ext cx="0" cy="1584181"/>
            </a:xfrm>
            <a:prstGeom prst="line">
              <a:avLst/>
            </a:prstGeom>
            <a:ln cap="flat" w="50800">
              <a:solidFill>
                <a:srgbClr val="94A3B8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TextBox 69" id="69"/>
            <p:cNvSpPr txBox="true"/>
            <p:nvPr/>
          </p:nvSpPr>
          <p:spPr>
            <a:xfrm rot="0">
              <a:off x="392905" y="2278841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7133631" y="2278841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18:00</a:t>
              </a:r>
            </a:p>
          </p:txBody>
        </p:sp>
        <p:grpSp>
          <p:nvGrpSpPr>
            <p:cNvPr name="Group 71" id="71"/>
            <p:cNvGrpSpPr/>
            <p:nvPr/>
          </p:nvGrpSpPr>
          <p:grpSpPr>
            <a:xfrm rot="0">
              <a:off x="392905" y="2612794"/>
              <a:ext cx="9720748" cy="1278803"/>
              <a:chOff x="0" y="0"/>
              <a:chExt cx="1920148" cy="25260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920148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920148">
                    <a:moveTo>
                      <a:pt x="18052" y="0"/>
                    </a:moveTo>
                    <a:lnTo>
                      <a:pt x="1902095" y="0"/>
                    </a:lnTo>
                    <a:cubicBezTo>
                      <a:pt x="1912065" y="0"/>
                      <a:pt x="1920148" y="8082"/>
                      <a:pt x="1920148" y="18052"/>
                    </a:cubicBezTo>
                    <a:lnTo>
                      <a:pt x="1920148" y="234551"/>
                    </a:lnTo>
                    <a:cubicBezTo>
                      <a:pt x="1920148" y="239338"/>
                      <a:pt x="1918246" y="243930"/>
                      <a:pt x="1914860" y="247316"/>
                    </a:cubicBezTo>
                    <a:cubicBezTo>
                      <a:pt x="1911475" y="250701"/>
                      <a:pt x="1906883" y="252603"/>
                      <a:pt x="1902095" y="252603"/>
                    </a:cubicBezTo>
                    <a:lnTo>
                      <a:pt x="18052" y="252603"/>
                    </a:lnTo>
                    <a:cubicBezTo>
                      <a:pt x="8082" y="252603"/>
                      <a:pt x="0" y="244521"/>
                      <a:pt x="0" y="234551"/>
                    </a:cubicBezTo>
                    <a:lnTo>
                      <a:pt x="0" y="18052"/>
                    </a:lnTo>
                    <a:cubicBezTo>
                      <a:pt x="0" y="13265"/>
                      <a:pt x="1902" y="8673"/>
                      <a:pt x="5287" y="5287"/>
                    </a:cubicBezTo>
                    <a:cubicBezTo>
                      <a:pt x="8673" y="1902"/>
                      <a:pt x="13265" y="0"/>
                      <a:pt x="18052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1920148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392905" y="3939786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7811342" y="3939786"/>
              <a:ext cx="449111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19:00</a:t>
              </a:r>
            </a:p>
          </p:txBody>
        </p:sp>
        <p:sp>
          <p:nvSpPr>
            <p:cNvPr name="AutoShape 76" id="76"/>
            <p:cNvSpPr/>
            <p:nvPr/>
          </p:nvSpPr>
          <p:spPr>
            <a:xfrm flipV="true">
              <a:off x="8061298" y="2384180"/>
              <a:ext cx="0" cy="1584181"/>
            </a:xfrm>
            <a:prstGeom prst="line">
              <a:avLst/>
            </a:prstGeom>
            <a:ln cap="flat" w="50800">
              <a:solidFill>
                <a:srgbClr val="94A3B8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77" id="77"/>
            <p:cNvGrpSpPr/>
            <p:nvPr/>
          </p:nvGrpSpPr>
          <p:grpSpPr>
            <a:xfrm rot="0">
              <a:off x="392905" y="2710754"/>
              <a:ext cx="7642993" cy="1082883"/>
              <a:chOff x="0" y="0"/>
              <a:chExt cx="1509727" cy="21390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509727" cy="213903"/>
              </a:xfrm>
              <a:custGeom>
                <a:avLst/>
                <a:gdLst/>
                <a:ahLst/>
                <a:cxnLst/>
                <a:rect r="r" b="b" t="t" l="l"/>
                <a:pathLst>
                  <a:path h="213903" w="1509727">
                    <a:moveTo>
                      <a:pt x="22960" y="0"/>
                    </a:moveTo>
                    <a:lnTo>
                      <a:pt x="1486767" y="0"/>
                    </a:lnTo>
                    <a:cubicBezTo>
                      <a:pt x="1492856" y="0"/>
                      <a:pt x="1498696" y="2419"/>
                      <a:pt x="1503002" y="6725"/>
                    </a:cubicBezTo>
                    <a:cubicBezTo>
                      <a:pt x="1507308" y="11031"/>
                      <a:pt x="1509727" y="16871"/>
                      <a:pt x="1509727" y="22960"/>
                    </a:cubicBezTo>
                    <a:lnTo>
                      <a:pt x="1509727" y="190943"/>
                    </a:lnTo>
                    <a:cubicBezTo>
                      <a:pt x="1509727" y="197032"/>
                      <a:pt x="1507308" y="202872"/>
                      <a:pt x="1503002" y="207178"/>
                    </a:cubicBezTo>
                    <a:cubicBezTo>
                      <a:pt x="1498696" y="211484"/>
                      <a:pt x="1492856" y="213903"/>
                      <a:pt x="1486767" y="213903"/>
                    </a:cubicBezTo>
                    <a:lnTo>
                      <a:pt x="22960" y="213903"/>
                    </a:lnTo>
                    <a:cubicBezTo>
                      <a:pt x="16871" y="213903"/>
                      <a:pt x="11031" y="211484"/>
                      <a:pt x="6725" y="207178"/>
                    </a:cubicBezTo>
                    <a:cubicBezTo>
                      <a:pt x="2419" y="202872"/>
                      <a:pt x="0" y="197032"/>
                      <a:pt x="0" y="190943"/>
                    </a:cubicBezTo>
                    <a:lnTo>
                      <a:pt x="0" y="22960"/>
                    </a:lnTo>
                    <a:cubicBezTo>
                      <a:pt x="0" y="16871"/>
                      <a:pt x="2419" y="11031"/>
                      <a:pt x="6725" y="6725"/>
                    </a:cubicBezTo>
                    <a:cubicBezTo>
                      <a:pt x="11031" y="2419"/>
                      <a:pt x="16871" y="0"/>
                      <a:pt x="22960" y="0"/>
                    </a:cubicBezTo>
                    <a:close/>
                  </a:path>
                </a:pathLst>
              </a:custGeom>
              <a:solidFill>
                <a:srgbClr val="F08C1A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1509727" cy="261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Ortopedia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11h : 08:00 - 19:00 </a:t>
                </a:r>
              </a:p>
            </p:txBody>
          </p:sp>
        </p:grpSp>
      </p:grpSp>
      <p:grpSp>
        <p:nvGrpSpPr>
          <p:cNvPr name="Group 80" id="80"/>
          <p:cNvGrpSpPr/>
          <p:nvPr/>
        </p:nvGrpSpPr>
        <p:grpSpPr>
          <a:xfrm rot="0">
            <a:off x="9444811" y="5253151"/>
            <a:ext cx="7928483" cy="3507206"/>
            <a:chOff x="0" y="0"/>
            <a:chExt cx="10571310" cy="4676274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214972"/>
              <a:ext cx="10571310" cy="4461302"/>
              <a:chOff x="0" y="0"/>
              <a:chExt cx="2088160" cy="881245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2088160" cy="881245"/>
              </a:xfrm>
              <a:custGeom>
                <a:avLst/>
                <a:gdLst/>
                <a:ahLst/>
                <a:cxnLst/>
                <a:rect r="r" b="b" t="t" l="l"/>
                <a:pathLst>
                  <a:path h="881245" w="2088160">
                    <a:moveTo>
                      <a:pt x="0" y="0"/>
                    </a:moveTo>
                    <a:lnTo>
                      <a:pt x="2088160" y="0"/>
                    </a:lnTo>
                    <a:lnTo>
                      <a:pt x="2088160" y="881245"/>
                    </a:lnTo>
                    <a:lnTo>
                      <a:pt x="0" y="881245"/>
                    </a:lnTo>
                    <a:close/>
                  </a:path>
                </a:pathLst>
              </a:custGeom>
              <a:ln w="47625" cap="sq">
                <a:solidFill>
                  <a:srgbClr val="00BF15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47625"/>
                <a:ext cx="2088160" cy="928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8467853" y="0"/>
              <a:ext cx="1594483" cy="460282"/>
              <a:chOff x="0" y="0"/>
              <a:chExt cx="3741776" cy="1080145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3741776" cy="1080145"/>
              </a:xfrm>
              <a:custGeom>
                <a:avLst/>
                <a:gdLst/>
                <a:ahLst/>
                <a:cxnLst/>
                <a:rect r="r" b="b" t="t" l="l"/>
                <a:pathLst>
                  <a:path h="1080145" w="3741776">
                    <a:moveTo>
                      <a:pt x="3741776" y="440227"/>
                    </a:moveTo>
                    <a:lnTo>
                      <a:pt x="3741776" y="639918"/>
                    </a:lnTo>
                    <a:cubicBezTo>
                      <a:pt x="3741776" y="756673"/>
                      <a:pt x="3695395" y="868647"/>
                      <a:pt x="3612836" y="951205"/>
                    </a:cubicBezTo>
                    <a:cubicBezTo>
                      <a:pt x="3530278" y="1033764"/>
                      <a:pt x="3418305" y="1080145"/>
                      <a:pt x="3301549" y="1080145"/>
                    </a:cubicBezTo>
                    <a:lnTo>
                      <a:pt x="440227" y="1080145"/>
                    </a:lnTo>
                    <a:cubicBezTo>
                      <a:pt x="323471" y="1080145"/>
                      <a:pt x="211498" y="1033764"/>
                      <a:pt x="128939" y="951205"/>
                    </a:cubicBezTo>
                    <a:cubicBezTo>
                      <a:pt x="46381" y="868647"/>
                      <a:pt x="0" y="756673"/>
                      <a:pt x="0" y="639918"/>
                    </a:cubicBezTo>
                    <a:lnTo>
                      <a:pt x="0" y="440227"/>
                    </a:lnTo>
                    <a:cubicBezTo>
                      <a:pt x="0" y="323471"/>
                      <a:pt x="46381" y="211498"/>
                      <a:pt x="128939" y="128939"/>
                    </a:cubicBezTo>
                    <a:cubicBezTo>
                      <a:pt x="211498" y="46381"/>
                      <a:pt x="323471" y="0"/>
                      <a:pt x="440227" y="0"/>
                    </a:cubicBezTo>
                    <a:lnTo>
                      <a:pt x="3301549" y="0"/>
                    </a:lnTo>
                    <a:cubicBezTo>
                      <a:pt x="3418305" y="0"/>
                      <a:pt x="3530278" y="46381"/>
                      <a:pt x="3612836" y="128939"/>
                    </a:cubicBezTo>
                    <a:cubicBezTo>
                      <a:pt x="3695395" y="211498"/>
                      <a:pt x="3741776" y="323471"/>
                      <a:pt x="3741776" y="440227"/>
                    </a:cubicBezTo>
                    <a:close/>
                  </a:path>
                </a:pathLst>
              </a:custGeom>
              <a:solidFill>
                <a:srgbClr val="00BF15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3741776" cy="1118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4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   </a:t>
                </a: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9134267" y="53347"/>
              <a:ext cx="261655" cy="353588"/>
            </a:xfrm>
            <a:custGeom>
              <a:avLst/>
              <a:gdLst/>
              <a:ahLst/>
              <a:cxnLst/>
              <a:rect r="r" b="b" t="t" l="l"/>
              <a:pathLst>
                <a:path h="353588" w="261655">
                  <a:moveTo>
                    <a:pt x="0" y="0"/>
                  </a:moveTo>
                  <a:lnTo>
                    <a:pt x="261655" y="0"/>
                  </a:lnTo>
                  <a:lnTo>
                    <a:pt x="261655" y="353588"/>
                  </a:lnTo>
                  <a:lnTo>
                    <a:pt x="0" y="35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1990237" y="1651436"/>
            <a:ext cx="3662454" cy="35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VINCOLO DI FINE TURNO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76375" y="2033514"/>
            <a:ext cx="10796223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 testa che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nessun intervento 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termini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dopo le 22:00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843788" y="8008839"/>
            <a:ext cx="7919695" cy="1249461"/>
            <a:chOff x="0" y="0"/>
            <a:chExt cx="10559594" cy="16659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559594" cy="1665948"/>
            </a:xfrm>
            <a:custGeom>
              <a:avLst/>
              <a:gdLst/>
              <a:ahLst/>
              <a:cxnLst/>
              <a:rect r="r" b="b" t="t" l="l"/>
              <a:pathLst>
                <a:path h="1665948" w="10559594">
                  <a:moveTo>
                    <a:pt x="0" y="0"/>
                  </a:moveTo>
                  <a:lnTo>
                    <a:pt x="10559594" y="0"/>
                  </a:lnTo>
                  <a:lnTo>
                    <a:pt x="10559594" y="1665948"/>
                  </a:lnTo>
                  <a:lnTo>
                    <a:pt x="0" y="1665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418" t="0" r="-10384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 rot="0">
              <a:off x="636052" y="425663"/>
              <a:ext cx="178885" cy="448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b="true" sz="1950">
                  <a:solidFill>
                    <a:srgbClr val="FFFFFF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?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110149" y="406988"/>
              <a:ext cx="9417348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Nota: </a:t>
              </a: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non si testa lo split di un singolo intervento su due giorni — gli interventi che durano più di 14h non sono ammessi in input.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66" t="-65756" r="-30069" b="-8144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1080882">
            <a:off x="8886450" y="7530266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10" y="0"/>
                </a:moveTo>
                <a:lnTo>
                  <a:pt x="0" y="0"/>
                </a:lnTo>
                <a:lnTo>
                  <a:pt x="0" y="6370231"/>
                </a:lnTo>
                <a:lnTo>
                  <a:pt x="9627110" y="6370231"/>
                </a:lnTo>
                <a:lnTo>
                  <a:pt x="96271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82775" y="1609083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73293" y="207161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2"/>
                </a:lnTo>
                <a:lnTo>
                  <a:pt x="0" y="46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23566" y="481263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1668899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45720" y="0"/>
                  </a:moveTo>
                  <a:lnTo>
                    <a:pt x="411480" y="0"/>
                  </a:lnTo>
                  <a:cubicBezTo>
                    <a:pt x="436730" y="0"/>
                    <a:pt x="457200" y="20470"/>
                    <a:pt x="457200" y="45720"/>
                  </a:cubicBezTo>
                  <a:lnTo>
                    <a:pt x="457200" y="411480"/>
                  </a:lnTo>
                  <a:cubicBezTo>
                    <a:pt x="457200" y="436730"/>
                    <a:pt x="436730" y="457200"/>
                    <a:pt x="411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572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6375" y="1840349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419100" cap="sq">
            <a:solidFill>
              <a:srgbClr val="16BDD8"/>
            </a:solidFill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476375" y="3600450"/>
            <a:ext cx="6827065" cy="1074929"/>
            <a:chOff x="0" y="0"/>
            <a:chExt cx="9102753" cy="143323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102753" cy="1433239"/>
              <a:chOff x="0" y="0"/>
              <a:chExt cx="1798075" cy="28310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98075" cy="283109"/>
              </a:xfrm>
              <a:custGeom>
                <a:avLst/>
                <a:gdLst/>
                <a:ahLst/>
                <a:cxnLst/>
                <a:rect r="r" b="b" t="t" l="l"/>
                <a:pathLst>
                  <a:path h="283109" w="1798075">
                    <a:moveTo>
                      <a:pt x="19278" y="0"/>
                    </a:moveTo>
                    <a:lnTo>
                      <a:pt x="1778797" y="0"/>
                    </a:lnTo>
                    <a:cubicBezTo>
                      <a:pt x="1783910" y="0"/>
                      <a:pt x="1788813" y="2031"/>
                      <a:pt x="1792428" y="5646"/>
                    </a:cubicBezTo>
                    <a:cubicBezTo>
                      <a:pt x="1796044" y="9262"/>
                      <a:pt x="1798075" y="14165"/>
                      <a:pt x="1798075" y="19278"/>
                    </a:cubicBezTo>
                    <a:lnTo>
                      <a:pt x="1798075" y="263831"/>
                    </a:lnTo>
                    <a:cubicBezTo>
                      <a:pt x="1798075" y="274478"/>
                      <a:pt x="1789444" y="283109"/>
                      <a:pt x="1778797" y="283109"/>
                    </a:cubicBezTo>
                    <a:lnTo>
                      <a:pt x="19278" y="283109"/>
                    </a:lnTo>
                    <a:cubicBezTo>
                      <a:pt x="8631" y="283109"/>
                      <a:pt x="0" y="274478"/>
                      <a:pt x="0" y="263831"/>
                    </a:cubicBezTo>
                    <a:lnTo>
                      <a:pt x="0" y="19278"/>
                    </a:lnTo>
                    <a:cubicBezTo>
                      <a:pt x="0" y="8631"/>
                      <a:pt x="8631" y="0"/>
                      <a:pt x="1927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CE9EA">
                      <a:alpha val="100000"/>
                    </a:srgbClr>
                  </a:gs>
                  <a:gs pos="100000">
                    <a:srgbClr val="F1ECF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798075" cy="3307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5 Interventi Neurochirurgia - 5h - Sala 1 e Sala 2</a:t>
                </a: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93375" y="346781"/>
              <a:ext cx="583550" cy="638076"/>
            </a:xfrm>
            <a:custGeom>
              <a:avLst/>
              <a:gdLst/>
              <a:ahLst/>
              <a:cxnLst/>
              <a:rect r="r" b="b" t="t" l="l"/>
              <a:pathLst>
                <a:path h="638076" w="583550">
                  <a:moveTo>
                    <a:pt x="0" y="0"/>
                  </a:moveTo>
                  <a:lnTo>
                    <a:pt x="583550" y="0"/>
                  </a:lnTo>
                  <a:lnTo>
                    <a:pt x="583550" y="638077"/>
                  </a:lnTo>
                  <a:lnTo>
                    <a:pt x="0" y="638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6375" y="5143500"/>
            <a:ext cx="9161150" cy="2549765"/>
            <a:chOff x="0" y="0"/>
            <a:chExt cx="12214867" cy="339968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47625"/>
              <a:ext cx="5894864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Interventi 1 -4 → Una settimana ciascuno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88799" y="2014220"/>
              <a:ext cx="2631512" cy="1102182"/>
              <a:chOff x="0" y="0"/>
              <a:chExt cx="519805" cy="21771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9805" cy="217715"/>
              </a:xfrm>
              <a:custGeom>
                <a:avLst/>
                <a:gdLst/>
                <a:ahLst/>
                <a:cxnLst/>
                <a:rect r="r" b="b" t="t" l="l"/>
                <a:pathLst>
                  <a:path h="217715" w="519805">
                    <a:moveTo>
                      <a:pt x="66685" y="0"/>
                    </a:moveTo>
                    <a:lnTo>
                      <a:pt x="453119" y="0"/>
                    </a:lnTo>
                    <a:cubicBezTo>
                      <a:pt x="489949" y="0"/>
                      <a:pt x="519805" y="29856"/>
                      <a:pt x="519805" y="66685"/>
                    </a:cubicBezTo>
                    <a:lnTo>
                      <a:pt x="519805" y="151029"/>
                    </a:lnTo>
                    <a:cubicBezTo>
                      <a:pt x="519805" y="187859"/>
                      <a:pt x="489949" y="217715"/>
                      <a:pt x="453119" y="217715"/>
                    </a:cubicBezTo>
                    <a:lnTo>
                      <a:pt x="66685" y="217715"/>
                    </a:lnTo>
                    <a:cubicBezTo>
                      <a:pt x="29856" y="217715"/>
                      <a:pt x="0" y="187859"/>
                      <a:pt x="0" y="151029"/>
                    </a:cubicBezTo>
                    <a:lnTo>
                      <a:pt x="0" y="66685"/>
                    </a:lnTo>
                    <a:cubicBezTo>
                      <a:pt x="0" y="29856"/>
                      <a:pt x="29856" y="0"/>
                      <a:pt x="66685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519805" cy="265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28285" y="2011348"/>
              <a:ext cx="2631512" cy="1102182"/>
              <a:chOff x="0" y="0"/>
              <a:chExt cx="519805" cy="21771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19805" cy="217715"/>
              </a:xfrm>
              <a:custGeom>
                <a:avLst/>
                <a:gdLst/>
                <a:ahLst/>
                <a:cxnLst/>
                <a:rect r="r" b="b" t="t" l="l"/>
                <a:pathLst>
                  <a:path h="217715" w="519805">
                    <a:moveTo>
                      <a:pt x="66685" y="0"/>
                    </a:moveTo>
                    <a:lnTo>
                      <a:pt x="453119" y="0"/>
                    </a:lnTo>
                    <a:cubicBezTo>
                      <a:pt x="489949" y="0"/>
                      <a:pt x="519805" y="29856"/>
                      <a:pt x="519805" y="66685"/>
                    </a:cubicBezTo>
                    <a:lnTo>
                      <a:pt x="519805" y="151029"/>
                    </a:lnTo>
                    <a:cubicBezTo>
                      <a:pt x="519805" y="187859"/>
                      <a:pt x="489949" y="217715"/>
                      <a:pt x="453119" y="217715"/>
                    </a:cubicBezTo>
                    <a:lnTo>
                      <a:pt x="66685" y="217715"/>
                    </a:lnTo>
                    <a:cubicBezTo>
                      <a:pt x="29856" y="217715"/>
                      <a:pt x="0" y="187859"/>
                      <a:pt x="0" y="151029"/>
                    </a:cubicBezTo>
                    <a:lnTo>
                      <a:pt x="0" y="66685"/>
                    </a:lnTo>
                    <a:cubicBezTo>
                      <a:pt x="0" y="29856"/>
                      <a:pt x="29856" y="0"/>
                      <a:pt x="66685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519805" cy="265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2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67695" y="2011348"/>
              <a:ext cx="2631512" cy="1102182"/>
              <a:chOff x="0" y="0"/>
              <a:chExt cx="519805" cy="21771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19805" cy="217715"/>
              </a:xfrm>
              <a:custGeom>
                <a:avLst/>
                <a:gdLst/>
                <a:ahLst/>
                <a:cxnLst/>
                <a:rect r="r" b="b" t="t" l="l"/>
                <a:pathLst>
                  <a:path h="217715" w="519805">
                    <a:moveTo>
                      <a:pt x="66685" y="0"/>
                    </a:moveTo>
                    <a:lnTo>
                      <a:pt x="453119" y="0"/>
                    </a:lnTo>
                    <a:cubicBezTo>
                      <a:pt x="489949" y="0"/>
                      <a:pt x="519805" y="29856"/>
                      <a:pt x="519805" y="66685"/>
                    </a:cubicBezTo>
                    <a:lnTo>
                      <a:pt x="519805" y="151029"/>
                    </a:lnTo>
                    <a:cubicBezTo>
                      <a:pt x="519805" y="187859"/>
                      <a:pt x="489949" y="217715"/>
                      <a:pt x="453119" y="217715"/>
                    </a:cubicBezTo>
                    <a:lnTo>
                      <a:pt x="66685" y="217715"/>
                    </a:lnTo>
                    <a:cubicBezTo>
                      <a:pt x="29856" y="217715"/>
                      <a:pt x="0" y="187859"/>
                      <a:pt x="0" y="151029"/>
                    </a:cubicBezTo>
                    <a:lnTo>
                      <a:pt x="0" y="66685"/>
                    </a:lnTo>
                    <a:cubicBezTo>
                      <a:pt x="0" y="29856"/>
                      <a:pt x="29856" y="0"/>
                      <a:pt x="66685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519805" cy="265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3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494481" y="2014220"/>
              <a:ext cx="2631512" cy="1102182"/>
              <a:chOff x="0" y="0"/>
              <a:chExt cx="519805" cy="21771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19805" cy="217715"/>
              </a:xfrm>
              <a:custGeom>
                <a:avLst/>
                <a:gdLst/>
                <a:ahLst/>
                <a:cxnLst/>
                <a:rect r="r" b="b" t="t" l="l"/>
                <a:pathLst>
                  <a:path h="217715" w="519805">
                    <a:moveTo>
                      <a:pt x="66685" y="0"/>
                    </a:moveTo>
                    <a:lnTo>
                      <a:pt x="453119" y="0"/>
                    </a:lnTo>
                    <a:cubicBezTo>
                      <a:pt x="489949" y="0"/>
                      <a:pt x="519805" y="29856"/>
                      <a:pt x="519805" y="66685"/>
                    </a:cubicBezTo>
                    <a:lnTo>
                      <a:pt x="519805" y="151029"/>
                    </a:lnTo>
                    <a:cubicBezTo>
                      <a:pt x="519805" y="187859"/>
                      <a:pt x="489949" y="217715"/>
                      <a:pt x="453119" y="217715"/>
                    </a:cubicBezTo>
                    <a:lnTo>
                      <a:pt x="66685" y="217715"/>
                    </a:lnTo>
                    <a:cubicBezTo>
                      <a:pt x="29856" y="217715"/>
                      <a:pt x="0" y="187859"/>
                      <a:pt x="0" y="151029"/>
                    </a:cubicBezTo>
                    <a:lnTo>
                      <a:pt x="0" y="66685"/>
                    </a:lnTo>
                    <a:cubicBezTo>
                      <a:pt x="0" y="29856"/>
                      <a:pt x="29856" y="0"/>
                      <a:pt x="66685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519805" cy="265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4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</a:t>
                </a:r>
              </a:p>
            </p:txBody>
          </p:sp>
        </p:grp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0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2345089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4690179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7035268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2" id="42"/>
          <p:cNvGrpSpPr/>
          <p:nvPr/>
        </p:nvGrpSpPr>
        <p:grpSpPr>
          <a:xfrm rot="0">
            <a:off x="11051488" y="4300233"/>
            <a:ext cx="6648896" cy="1430114"/>
            <a:chOff x="0" y="0"/>
            <a:chExt cx="8865195" cy="190681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8865195" cy="1906819"/>
              <a:chOff x="0" y="0"/>
              <a:chExt cx="1751150" cy="37665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751150" cy="376656"/>
              </a:xfrm>
              <a:custGeom>
                <a:avLst/>
                <a:gdLst/>
                <a:ahLst/>
                <a:cxnLst/>
                <a:rect r="r" b="b" t="t" l="l"/>
                <a:pathLst>
                  <a:path h="376656" w="1751150">
                    <a:moveTo>
                      <a:pt x="0" y="0"/>
                    </a:moveTo>
                    <a:lnTo>
                      <a:pt x="1751150" y="0"/>
                    </a:lnTo>
                    <a:lnTo>
                      <a:pt x="1751150" y="376656"/>
                    </a:lnTo>
                    <a:lnTo>
                      <a:pt x="0" y="376656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751150" cy="4242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19750" y="279978"/>
              <a:ext cx="8577510" cy="1278803"/>
              <a:chOff x="0" y="0"/>
              <a:chExt cx="1694323" cy="25260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694323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694323">
                    <a:moveTo>
                      <a:pt x="20459" y="0"/>
                    </a:moveTo>
                    <a:lnTo>
                      <a:pt x="1673864" y="0"/>
                    </a:lnTo>
                    <a:cubicBezTo>
                      <a:pt x="1685163" y="0"/>
                      <a:pt x="1694323" y="9160"/>
                      <a:pt x="1694323" y="20459"/>
                    </a:cubicBezTo>
                    <a:lnTo>
                      <a:pt x="1694323" y="232144"/>
                    </a:lnTo>
                    <a:cubicBezTo>
                      <a:pt x="1694323" y="243443"/>
                      <a:pt x="1685163" y="252603"/>
                      <a:pt x="1673864" y="252603"/>
                    </a:cubicBezTo>
                    <a:lnTo>
                      <a:pt x="20459" y="252603"/>
                    </a:lnTo>
                    <a:cubicBezTo>
                      <a:pt x="9160" y="252603"/>
                      <a:pt x="0" y="243443"/>
                      <a:pt x="0" y="232144"/>
                    </a:cubicBezTo>
                    <a:lnTo>
                      <a:pt x="0" y="20459"/>
                    </a:lnTo>
                    <a:cubicBezTo>
                      <a:pt x="0" y="9160"/>
                      <a:pt x="9160" y="0"/>
                      <a:pt x="20459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1694323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91057" y="401365"/>
              <a:ext cx="3758509" cy="1036030"/>
              <a:chOff x="0" y="0"/>
              <a:chExt cx="742421" cy="20464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42421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742421">
                    <a:moveTo>
                      <a:pt x="46690" y="0"/>
                    </a:moveTo>
                    <a:lnTo>
                      <a:pt x="695732" y="0"/>
                    </a:lnTo>
                    <a:cubicBezTo>
                      <a:pt x="721518" y="0"/>
                      <a:pt x="742421" y="20904"/>
                      <a:pt x="742421" y="46690"/>
                    </a:cubicBezTo>
                    <a:lnTo>
                      <a:pt x="742421" y="157958"/>
                    </a:lnTo>
                    <a:cubicBezTo>
                      <a:pt x="742421" y="183744"/>
                      <a:pt x="721518" y="204648"/>
                      <a:pt x="695732" y="204648"/>
                    </a:cubicBezTo>
                    <a:lnTo>
                      <a:pt x="46690" y="204648"/>
                    </a:lnTo>
                    <a:cubicBezTo>
                      <a:pt x="20904" y="204648"/>
                      <a:pt x="0" y="183744"/>
                      <a:pt x="0" y="157958"/>
                    </a:cubicBezTo>
                    <a:lnTo>
                      <a:pt x="0" y="46690"/>
                    </a:lnTo>
                    <a:cubicBezTo>
                      <a:pt x="0" y="20904"/>
                      <a:pt x="20904" y="0"/>
                      <a:pt x="46690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742421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 : 08:00 - 13:00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3949566" y="398041"/>
              <a:ext cx="2611146" cy="1160739"/>
              <a:chOff x="0" y="0"/>
              <a:chExt cx="515782" cy="22928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15782" cy="229282"/>
              </a:xfrm>
              <a:custGeom>
                <a:avLst/>
                <a:gdLst/>
                <a:ahLst/>
                <a:cxnLst/>
                <a:rect r="r" b="b" t="t" l="l"/>
                <a:pathLst>
                  <a:path h="229282" w="515782">
                    <a:moveTo>
                      <a:pt x="67206" y="0"/>
                    </a:moveTo>
                    <a:lnTo>
                      <a:pt x="448576" y="0"/>
                    </a:lnTo>
                    <a:cubicBezTo>
                      <a:pt x="466400" y="0"/>
                      <a:pt x="483494" y="7081"/>
                      <a:pt x="496098" y="19684"/>
                    </a:cubicBezTo>
                    <a:cubicBezTo>
                      <a:pt x="508701" y="32288"/>
                      <a:pt x="515782" y="49382"/>
                      <a:pt x="515782" y="67206"/>
                    </a:cubicBezTo>
                    <a:lnTo>
                      <a:pt x="515782" y="162076"/>
                    </a:lnTo>
                    <a:cubicBezTo>
                      <a:pt x="515782" y="179900"/>
                      <a:pt x="508701" y="196994"/>
                      <a:pt x="496098" y="209598"/>
                    </a:cubicBezTo>
                    <a:cubicBezTo>
                      <a:pt x="483494" y="222201"/>
                      <a:pt x="466400" y="229282"/>
                      <a:pt x="448576" y="229282"/>
                    </a:cubicBezTo>
                    <a:lnTo>
                      <a:pt x="67206" y="229282"/>
                    </a:lnTo>
                    <a:cubicBezTo>
                      <a:pt x="49382" y="229282"/>
                      <a:pt x="32288" y="222201"/>
                      <a:pt x="19684" y="209598"/>
                    </a:cubicBezTo>
                    <a:cubicBezTo>
                      <a:pt x="7081" y="196994"/>
                      <a:pt x="0" y="179900"/>
                      <a:pt x="0" y="162076"/>
                    </a:cubicBezTo>
                    <a:lnTo>
                      <a:pt x="0" y="67206"/>
                    </a:lnTo>
                    <a:cubicBezTo>
                      <a:pt x="0" y="49382"/>
                      <a:pt x="7081" y="32288"/>
                      <a:pt x="19684" y="19684"/>
                    </a:cubicBezTo>
                    <a:cubicBezTo>
                      <a:pt x="32288" y="7081"/>
                      <a:pt x="49382" y="0"/>
                      <a:pt x="67206" y="0"/>
                    </a:cubicBezTo>
                    <a:close/>
                  </a:path>
                </a:pathLst>
              </a:custGeom>
              <a:solidFill>
                <a:srgbClr val="84FF79"/>
              </a:solidFill>
              <a:ln w="47625" cap="sq">
                <a:solidFill>
                  <a:srgbClr val="00BF15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515782" cy="276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5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 : 13:00 - 18:00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19750" y="1555606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6349866" y="1555606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18:00</a:t>
              </a:r>
            </a:p>
          </p:txBody>
        </p:sp>
        <p:sp>
          <p:nvSpPr>
            <p:cNvPr name="AutoShape 57" id="57"/>
            <p:cNvSpPr/>
            <p:nvPr/>
          </p:nvSpPr>
          <p:spPr>
            <a:xfrm flipV="true">
              <a:off x="6560712" y="76765"/>
              <a:ext cx="0" cy="1507416"/>
            </a:xfrm>
            <a:prstGeom prst="line">
              <a:avLst/>
            </a:prstGeom>
            <a:ln cap="flat" w="50800">
              <a:solidFill>
                <a:srgbClr val="94A3B8"/>
              </a:solidFill>
              <a:prstDash val="sysDash"/>
              <a:headEnd type="none" len="sm" w="sm"/>
              <a:tailEnd type="none" len="sm" w="sm"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051488" y="6016097"/>
            <a:ext cx="6648896" cy="1564311"/>
            <a:chOff x="0" y="0"/>
            <a:chExt cx="8865195" cy="2085748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8865195" cy="2073434"/>
              <a:chOff x="0" y="0"/>
              <a:chExt cx="1751150" cy="409567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751150" cy="409567"/>
              </a:xfrm>
              <a:custGeom>
                <a:avLst/>
                <a:gdLst/>
                <a:ahLst/>
                <a:cxnLst/>
                <a:rect r="r" b="b" t="t" l="l"/>
                <a:pathLst>
                  <a:path h="409567" w="1751150">
                    <a:moveTo>
                      <a:pt x="0" y="0"/>
                    </a:moveTo>
                    <a:lnTo>
                      <a:pt x="1751150" y="0"/>
                    </a:lnTo>
                    <a:lnTo>
                      <a:pt x="1751150" y="409567"/>
                    </a:lnTo>
                    <a:lnTo>
                      <a:pt x="0" y="409567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47625"/>
                <a:ext cx="1751150" cy="457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9750" y="76765"/>
              <a:ext cx="8577510" cy="1830054"/>
              <a:chOff x="0" y="0"/>
              <a:chExt cx="1694323" cy="36149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694323" cy="361492"/>
              </a:xfrm>
              <a:custGeom>
                <a:avLst/>
                <a:gdLst/>
                <a:ahLst/>
                <a:cxnLst/>
                <a:rect r="r" b="b" t="t" l="l"/>
                <a:pathLst>
                  <a:path h="361492" w="1694323">
                    <a:moveTo>
                      <a:pt x="20459" y="0"/>
                    </a:moveTo>
                    <a:lnTo>
                      <a:pt x="1673864" y="0"/>
                    </a:lnTo>
                    <a:cubicBezTo>
                      <a:pt x="1685163" y="0"/>
                      <a:pt x="1694323" y="9160"/>
                      <a:pt x="1694323" y="20459"/>
                    </a:cubicBezTo>
                    <a:lnTo>
                      <a:pt x="1694323" y="341034"/>
                    </a:lnTo>
                    <a:cubicBezTo>
                      <a:pt x="1694323" y="352333"/>
                      <a:pt x="1685163" y="361492"/>
                      <a:pt x="1673864" y="361492"/>
                    </a:cubicBezTo>
                    <a:lnTo>
                      <a:pt x="20459" y="361492"/>
                    </a:lnTo>
                    <a:cubicBezTo>
                      <a:pt x="9160" y="361492"/>
                      <a:pt x="0" y="352333"/>
                      <a:pt x="0" y="341034"/>
                    </a:cubicBezTo>
                    <a:lnTo>
                      <a:pt x="0" y="20459"/>
                    </a:lnTo>
                    <a:cubicBezTo>
                      <a:pt x="0" y="9160"/>
                      <a:pt x="9160" y="0"/>
                      <a:pt x="20459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1694323" cy="409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91057" y="267622"/>
              <a:ext cx="5894217" cy="639623"/>
              <a:chOff x="0" y="0"/>
              <a:chExt cx="1164290" cy="126345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164290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1164290">
                    <a:moveTo>
                      <a:pt x="29772" y="0"/>
                    </a:moveTo>
                    <a:lnTo>
                      <a:pt x="1134518" y="0"/>
                    </a:lnTo>
                    <a:cubicBezTo>
                      <a:pt x="1150960" y="0"/>
                      <a:pt x="1164290" y="13329"/>
                      <a:pt x="1164290" y="29772"/>
                    </a:cubicBezTo>
                    <a:lnTo>
                      <a:pt x="1164290" y="96573"/>
                    </a:lnTo>
                    <a:cubicBezTo>
                      <a:pt x="1164290" y="113016"/>
                      <a:pt x="1150960" y="126345"/>
                      <a:pt x="1134518" y="126345"/>
                    </a:cubicBezTo>
                    <a:lnTo>
                      <a:pt x="29772" y="126345"/>
                    </a:lnTo>
                    <a:cubicBezTo>
                      <a:pt x="13329" y="126345"/>
                      <a:pt x="0" y="113016"/>
                      <a:pt x="0" y="96573"/>
                    </a:cubicBezTo>
                    <a:lnTo>
                      <a:pt x="0" y="29772"/>
                    </a:lnTo>
                    <a:cubicBezTo>
                      <a:pt x="0" y="13329"/>
                      <a:pt x="13329" y="0"/>
                      <a:pt x="29772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1164290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SALA 1 - Neuro 1          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 : 08:00 - 13:00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91057" y="957823"/>
              <a:ext cx="5894217" cy="766623"/>
              <a:chOff x="0" y="0"/>
              <a:chExt cx="1164290" cy="15143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164290" cy="151432"/>
              </a:xfrm>
              <a:custGeom>
                <a:avLst/>
                <a:gdLst/>
                <a:ahLst/>
                <a:cxnLst/>
                <a:rect r="r" b="b" t="t" l="l"/>
                <a:pathLst>
                  <a:path h="151432" w="1164290">
                    <a:moveTo>
                      <a:pt x="29772" y="0"/>
                    </a:moveTo>
                    <a:lnTo>
                      <a:pt x="1134518" y="0"/>
                    </a:lnTo>
                    <a:cubicBezTo>
                      <a:pt x="1150960" y="0"/>
                      <a:pt x="1164290" y="13329"/>
                      <a:pt x="1164290" y="29772"/>
                    </a:cubicBezTo>
                    <a:lnTo>
                      <a:pt x="1164290" y="121660"/>
                    </a:lnTo>
                    <a:cubicBezTo>
                      <a:pt x="1164290" y="138102"/>
                      <a:pt x="1150960" y="151432"/>
                      <a:pt x="1134518" y="151432"/>
                    </a:cubicBezTo>
                    <a:lnTo>
                      <a:pt x="29772" y="151432"/>
                    </a:lnTo>
                    <a:cubicBezTo>
                      <a:pt x="13329" y="151432"/>
                      <a:pt x="0" y="138102"/>
                      <a:pt x="0" y="121660"/>
                    </a:cubicBezTo>
                    <a:lnTo>
                      <a:pt x="0" y="29772"/>
                    </a:lnTo>
                    <a:cubicBezTo>
                      <a:pt x="0" y="13329"/>
                      <a:pt x="13329" y="0"/>
                      <a:pt x="29772" y="0"/>
                    </a:cubicBezTo>
                    <a:close/>
                  </a:path>
                </a:pathLst>
              </a:custGeom>
              <a:solidFill>
                <a:srgbClr val="FF7979"/>
              </a:solidFill>
              <a:ln w="4762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1164290" cy="199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SALA 2 - Neuro 5          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5h : 13:00 - 18:00</a:t>
                </a: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119750" y="1903644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051488" y="4102516"/>
            <a:ext cx="6798311" cy="1627832"/>
            <a:chOff x="0" y="0"/>
            <a:chExt cx="9064415" cy="2170442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6834591" y="0"/>
              <a:ext cx="1594483" cy="460282"/>
              <a:chOff x="0" y="0"/>
              <a:chExt cx="3741776" cy="1080145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3741776" cy="1080145"/>
              </a:xfrm>
              <a:custGeom>
                <a:avLst/>
                <a:gdLst/>
                <a:ahLst/>
                <a:cxnLst/>
                <a:rect r="r" b="b" t="t" l="l"/>
                <a:pathLst>
                  <a:path h="1080145" w="3741776">
                    <a:moveTo>
                      <a:pt x="3741776" y="440227"/>
                    </a:moveTo>
                    <a:lnTo>
                      <a:pt x="3741776" y="639918"/>
                    </a:lnTo>
                    <a:cubicBezTo>
                      <a:pt x="3741776" y="756673"/>
                      <a:pt x="3695395" y="868647"/>
                      <a:pt x="3612836" y="951205"/>
                    </a:cubicBezTo>
                    <a:cubicBezTo>
                      <a:pt x="3530278" y="1033764"/>
                      <a:pt x="3418305" y="1080145"/>
                      <a:pt x="3301549" y="1080145"/>
                    </a:cubicBezTo>
                    <a:lnTo>
                      <a:pt x="440227" y="1080145"/>
                    </a:lnTo>
                    <a:cubicBezTo>
                      <a:pt x="323471" y="1080145"/>
                      <a:pt x="211498" y="1033764"/>
                      <a:pt x="128939" y="951205"/>
                    </a:cubicBezTo>
                    <a:cubicBezTo>
                      <a:pt x="46381" y="868647"/>
                      <a:pt x="0" y="756673"/>
                      <a:pt x="0" y="639918"/>
                    </a:cubicBezTo>
                    <a:lnTo>
                      <a:pt x="0" y="440227"/>
                    </a:lnTo>
                    <a:cubicBezTo>
                      <a:pt x="0" y="323471"/>
                      <a:pt x="46381" y="211498"/>
                      <a:pt x="128939" y="128939"/>
                    </a:cubicBezTo>
                    <a:cubicBezTo>
                      <a:pt x="211498" y="46381"/>
                      <a:pt x="323471" y="0"/>
                      <a:pt x="440227" y="0"/>
                    </a:cubicBezTo>
                    <a:lnTo>
                      <a:pt x="3301549" y="0"/>
                    </a:lnTo>
                    <a:cubicBezTo>
                      <a:pt x="3418305" y="0"/>
                      <a:pt x="3530278" y="46381"/>
                      <a:pt x="3612836" y="128939"/>
                    </a:cubicBezTo>
                    <a:cubicBezTo>
                      <a:pt x="3695395" y="211498"/>
                      <a:pt x="3741776" y="323471"/>
                      <a:pt x="3741776" y="440227"/>
                    </a:cubicBezTo>
                    <a:close/>
                  </a:path>
                </a:pathLst>
              </a:custGeom>
              <a:solidFill>
                <a:srgbClr val="00BF15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3741776" cy="1118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4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   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230141"/>
              <a:ext cx="9064415" cy="1940301"/>
              <a:chOff x="0" y="0"/>
              <a:chExt cx="1790502" cy="383269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790502" cy="383269"/>
              </a:xfrm>
              <a:custGeom>
                <a:avLst/>
                <a:gdLst/>
                <a:ahLst/>
                <a:cxnLst/>
                <a:rect r="r" b="b" t="t" l="l"/>
                <a:pathLst>
                  <a:path h="383269" w="1790502">
                    <a:moveTo>
                      <a:pt x="0" y="0"/>
                    </a:moveTo>
                    <a:lnTo>
                      <a:pt x="1790502" y="0"/>
                    </a:lnTo>
                    <a:lnTo>
                      <a:pt x="1790502" y="383269"/>
                    </a:lnTo>
                    <a:lnTo>
                      <a:pt x="0" y="383269"/>
                    </a:lnTo>
                    <a:close/>
                  </a:path>
                </a:pathLst>
              </a:custGeom>
              <a:ln w="47625" cap="sq">
                <a:solidFill>
                  <a:srgbClr val="00BF15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1790502" cy="4308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7508383" y="47198"/>
              <a:ext cx="228969" cy="309418"/>
            </a:xfrm>
            <a:custGeom>
              <a:avLst/>
              <a:gdLst/>
              <a:ahLst/>
              <a:cxnLst/>
              <a:rect r="r" b="b" t="t" l="l"/>
              <a:pathLst>
                <a:path h="309418" w="228969">
                  <a:moveTo>
                    <a:pt x="0" y="0"/>
                  </a:moveTo>
                  <a:lnTo>
                    <a:pt x="228969" y="0"/>
                  </a:lnTo>
                  <a:lnTo>
                    <a:pt x="228969" y="309418"/>
                  </a:lnTo>
                  <a:lnTo>
                    <a:pt x="0" y="309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990237" y="1651436"/>
            <a:ext cx="3662454" cy="35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NESSUNA SOVRAPPOSIZIONE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6375" y="2033514"/>
            <a:ext cx="1193267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 testa che NON ci siano mai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due interventi 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dello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stesso reparto 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contemporanea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46146" y="8112365"/>
            <a:ext cx="819388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</a:t>
            </a: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5° intervento 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 entrare in una settimana che ha già un</a:t>
            </a: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Neuro 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shcedulato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0882">
            <a:off x="8879575" y="7750884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09" y="0"/>
                </a:moveTo>
                <a:lnTo>
                  <a:pt x="0" y="0"/>
                </a:lnTo>
                <a:lnTo>
                  <a:pt x="0" y="6370232"/>
                </a:lnTo>
                <a:lnTo>
                  <a:pt x="9627109" y="6370232"/>
                </a:lnTo>
                <a:lnTo>
                  <a:pt x="96271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66" t="-65756" r="-30069" b="-81441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82775" y="1609083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73293" y="207161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2"/>
                </a:lnTo>
                <a:lnTo>
                  <a:pt x="0" y="46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23566" y="481263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1668899"/>
            <a:ext cx="333375" cy="397587"/>
            <a:chOff x="0" y="0"/>
            <a:chExt cx="607695" cy="724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7695" cy="724743"/>
            </a:xfrm>
            <a:custGeom>
              <a:avLst/>
              <a:gdLst/>
              <a:ahLst/>
              <a:cxnLst/>
              <a:rect r="r" b="b" t="t" l="l"/>
              <a:pathLst>
                <a:path h="724743" w="607695">
                  <a:moveTo>
                    <a:pt x="60769" y="0"/>
                  </a:moveTo>
                  <a:lnTo>
                    <a:pt x="546925" y="0"/>
                  </a:lnTo>
                  <a:cubicBezTo>
                    <a:pt x="580487" y="0"/>
                    <a:pt x="607695" y="32448"/>
                    <a:pt x="607695" y="72474"/>
                  </a:cubicBezTo>
                  <a:lnTo>
                    <a:pt x="607695" y="652269"/>
                  </a:lnTo>
                  <a:cubicBezTo>
                    <a:pt x="607695" y="692296"/>
                    <a:pt x="580487" y="724743"/>
                    <a:pt x="546925" y="724743"/>
                  </a:cubicBezTo>
                  <a:lnTo>
                    <a:pt x="60769" y="724743"/>
                  </a:lnTo>
                  <a:cubicBezTo>
                    <a:pt x="27207" y="724743"/>
                    <a:pt x="0" y="692296"/>
                    <a:pt x="0" y="652269"/>
                  </a:cubicBezTo>
                  <a:lnTo>
                    <a:pt x="0" y="72474"/>
                  </a:lnTo>
                  <a:cubicBezTo>
                    <a:pt x="0" y="32448"/>
                    <a:pt x="27207" y="0"/>
                    <a:pt x="60769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7695" cy="76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6375" y="1840349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419100" cap="sq">
            <a:solidFill>
              <a:srgbClr val="16BDD8"/>
            </a:solidFill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476375" y="3600450"/>
            <a:ext cx="6827065" cy="1074929"/>
            <a:chOff x="0" y="0"/>
            <a:chExt cx="9102753" cy="143323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102753" cy="1433239"/>
              <a:chOff x="0" y="0"/>
              <a:chExt cx="1798075" cy="28310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98075" cy="283109"/>
              </a:xfrm>
              <a:custGeom>
                <a:avLst/>
                <a:gdLst/>
                <a:ahLst/>
                <a:cxnLst/>
                <a:rect r="r" b="b" t="t" l="l"/>
                <a:pathLst>
                  <a:path h="283109" w="1798075">
                    <a:moveTo>
                      <a:pt x="19278" y="0"/>
                    </a:moveTo>
                    <a:lnTo>
                      <a:pt x="1778797" y="0"/>
                    </a:lnTo>
                    <a:cubicBezTo>
                      <a:pt x="1783910" y="0"/>
                      <a:pt x="1788813" y="2031"/>
                      <a:pt x="1792428" y="5646"/>
                    </a:cubicBezTo>
                    <a:cubicBezTo>
                      <a:pt x="1796044" y="9262"/>
                      <a:pt x="1798075" y="14165"/>
                      <a:pt x="1798075" y="19278"/>
                    </a:cubicBezTo>
                    <a:lnTo>
                      <a:pt x="1798075" y="263831"/>
                    </a:lnTo>
                    <a:cubicBezTo>
                      <a:pt x="1798075" y="274478"/>
                      <a:pt x="1789444" y="283109"/>
                      <a:pt x="1778797" y="283109"/>
                    </a:cubicBezTo>
                    <a:lnTo>
                      <a:pt x="19278" y="283109"/>
                    </a:lnTo>
                    <a:cubicBezTo>
                      <a:pt x="8631" y="283109"/>
                      <a:pt x="0" y="274478"/>
                      <a:pt x="0" y="263831"/>
                    </a:cubicBezTo>
                    <a:lnTo>
                      <a:pt x="0" y="19278"/>
                    </a:lnTo>
                    <a:cubicBezTo>
                      <a:pt x="0" y="8631"/>
                      <a:pt x="8631" y="0"/>
                      <a:pt x="1927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CE9EA">
                      <a:alpha val="100000"/>
                    </a:srgbClr>
                  </a:gs>
                  <a:gs pos="100000">
                    <a:srgbClr val="F1ECF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798075" cy="3307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6 Neuro + 6 Cardio - 2h ciascuno - solo Sala 1</a:t>
                </a: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93375" y="346781"/>
              <a:ext cx="583550" cy="638076"/>
            </a:xfrm>
            <a:custGeom>
              <a:avLst/>
              <a:gdLst/>
              <a:ahLst/>
              <a:cxnLst/>
              <a:rect r="r" b="b" t="t" l="l"/>
              <a:pathLst>
                <a:path h="638076" w="583550">
                  <a:moveTo>
                    <a:pt x="0" y="0"/>
                  </a:moveTo>
                  <a:lnTo>
                    <a:pt x="583550" y="0"/>
                  </a:lnTo>
                  <a:lnTo>
                    <a:pt x="583550" y="638077"/>
                  </a:lnTo>
                  <a:lnTo>
                    <a:pt x="0" y="638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6375" y="5143500"/>
            <a:ext cx="9161150" cy="2549765"/>
            <a:chOff x="0" y="0"/>
            <a:chExt cx="12214867" cy="339968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47625"/>
              <a:ext cx="5894864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Primi 5+5 → 1° Giorno di ogni settimana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88874" y="1922816"/>
              <a:ext cx="2631512" cy="639623"/>
              <a:chOff x="0" y="0"/>
              <a:chExt cx="519805" cy="12634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1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28285" y="1922816"/>
              <a:ext cx="2631512" cy="639623"/>
              <a:chOff x="0" y="0"/>
              <a:chExt cx="519805" cy="12634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2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67695" y="1922816"/>
              <a:ext cx="2631512" cy="639623"/>
              <a:chOff x="0" y="0"/>
              <a:chExt cx="519805" cy="12634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...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9494481" y="1922816"/>
              <a:ext cx="2631512" cy="639623"/>
              <a:chOff x="0" y="0"/>
              <a:chExt cx="519805" cy="12634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5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01600" y="2638639"/>
              <a:ext cx="2631512" cy="639623"/>
              <a:chOff x="0" y="0"/>
              <a:chExt cx="519805" cy="12634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1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228285" y="2638639"/>
              <a:ext cx="2631512" cy="639623"/>
              <a:chOff x="0" y="0"/>
              <a:chExt cx="519805" cy="12634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2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6354995" y="2638639"/>
              <a:ext cx="2631512" cy="639623"/>
              <a:chOff x="0" y="0"/>
              <a:chExt cx="519805" cy="12634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...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9494481" y="2638639"/>
              <a:ext cx="2631512" cy="639623"/>
              <a:chOff x="0" y="0"/>
              <a:chExt cx="519805" cy="12634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19805" cy="126345"/>
              </a:xfrm>
              <a:custGeom>
                <a:avLst/>
                <a:gdLst/>
                <a:ahLst/>
                <a:cxnLst/>
                <a:rect r="r" b="b" t="t" l="l"/>
                <a:pathLst>
                  <a:path h="126345" w="519805">
                    <a:moveTo>
                      <a:pt x="63173" y="0"/>
                    </a:moveTo>
                    <a:lnTo>
                      <a:pt x="456632" y="0"/>
                    </a:lnTo>
                    <a:cubicBezTo>
                      <a:pt x="491521" y="0"/>
                      <a:pt x="519805" y="28283"/>
                      <a:pt x="519805" y="63173"/>
                    </a:cubicBezTo>
                    <a:lnTo>
                      <a:pt x="519805" y="63173"/>
                    </a:lnTo>
                    <a:cubicBezTo>
                      <a:pt x="519805" y="79927"/>
                      <a:pt x="513149" y="95995"/>
                      <a:pt x="501302" y="107842"/>
                    </a:cubicBezTo>
                    <a:cubicBezTo>
                      <a:pt x="489455" y="119690"/>
                      <a:pt x="473387" y="126345"/>
                      <a:pt x="456632" y="126345"/>
                    </a:cubicBezTo>
                    <a:lnTo>
                      <a:pt x="63173" y="126345"/>
                    </a:lnTo>
                    <a:cubicBezTo>
                      <a:pt x="46418" y="126345"/>
                      <a:pt x="30350" y="119690"/>
                      <a:pt x="18503" y="107842"/>
                    </a:cubicBezTo>
                    <a:cubicBezTo>
                      <a:pt x="6656" y="95995"/>
                      <a:pt x="0" y="79927"/>
                      <a:pt x="0" y="63173"/>
                    </a:cubicBezTo>
                    <a:lnTo>
                      <a:pt x="0" y="63173"/>
                    </a:lnTo>
                    <a:cubicBezTo>
                      <a:pt x="0" y="46418"/>
                      <a:pt x="6656" y="30350"/>
                      <a:pt x="18503" y="18503"/>
                    </a:cubicBezTo>
                    <a:cubicBezTo>
                      <a:pt x="30350" y="6656"/>
                      <a:pt x="46418" y="0"/>
                      <a:pt x="63173" y="0"/>
                    </a:cubicBezTo>
                    <a:close/>
                  </a:path>
                </a:pathLst>
              </a:custGeom>
              <a:solidFill>
                <a:srgbClr val="E5484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519805" cy="17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b="true" sz="16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5   </a:t>
                </a: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</a:t>
                </a:r>
              </a:p>
            </p:txBody>
          </p:sp>
        </p:grp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0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2345089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4690179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7035268" y="467257"/>
          <a:ext cx="2125882" cy="2082508"/>
        </p:xfrm>
        <a:graphic>
          <a:graphicData uri="http://schemas.openxmlformats.org/drawingml/2006/table">
            <a:tbl>
              <a:tblPr/>
              <a:tblGrid>
                <a:gridCol w="885542"/>
              </a:tblGrid>
              <a:tr h="844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Sett.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238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4" id="54"/>
          <p:cNvGrpSpPr/>
          <p:nvPr/>
        </p:nvGrpSpPr>
        <p:grpSpPr>
          <a:xfrm rot="0">
            <a:off x="11060996" y="4143109"/>
            <a:ext cx="6774829" cy="2540069"/>
            <a:chOff x="0" y="0"/>
            <a:chExt cx="9033105" cy="3386758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167911" y="709694"/>
              <a:ext cx="8865195" cy="1906819"/>
              <a:chOff x="0" y="0"/>
              <a:chExt cx="1751150" cy="376656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751150" cy="376656"/>
              </a:xfrm>
              <a:custGeom>
                <a:avLst/>
                <a:gdLst/>
                <a:ahLst/>
                <a:cxnLst/>
                <a:rect r="r" b="b" t="t" l="l"/>
                <a:pathLst>
                  <a:path h="376656" w="1751150">
                    <a:moveTo>
                      <a:pt x="0" y="0"/>
                    </a:moveTo>
                    <a:lnTo>
                      <a:pt x="1751150" y="0"/>
                    </a:lnTo>
                    <a:lnTo>
                      <a:pt x="1751150" y="376656"/>
                    </a:lnTo>
                    <a:lnTo>
                      <a:pt x="0" y="376656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1751150" cy="4242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287660" y="989672"/>
              <a:ext cx="8577510" cy="1278803"/>
              <a:chOff x="0" y="0"/>
              <a:chExt cx="1694323" cy="25260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694323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694323">
                    <a:moveTo>
                      <a:pt x="20459" y="0"/>
                    </a:moveTo>
                    <a:lnTo>
                      <a:pt x="1673864" y="0"/>
                    </a:lnTo>
                    <a:cubicBezTo>
                      <a:pt x="1685163" y="0"/>
                      <a:pt x="1694323" y="9160"/>
                      <a:pt x="1694323" y="20459"/>
                    </a:cubicBezTo>
                    <a:lnTo>
                      <a:pt x="1694323" y="232144"/>
                    </a:lnTo>
                    <a:cubicBezTo>
                      <a:pt x="1694323" y="243443"/>
                      <a:pt x="1685163" y="252603"/>
                      <a:pt x="1673864" y="252603"/>
                    </a:cubicBezTo>
                    <a:lnTo>
                      <a:pt x="20459" y="252603"/>
                    </a:lnTo>
                    <a:cubicBezTo>
                      <a:pt x="9160" y="252603"/>
                      <a:pt x="0" y="243443"/>
                      <a:pt x="0" y="232144"/>
                    </a:cubicBezTo>
                    <a:lnTo>
                      <a:pt x="0" y="20459"/>
                    </a:lnTo>
                    <a:cubicBezTo>
                      <a:pt x="0" y="9160"/>
                      <a:pt x="9160" y="0"/>
                      <a:pt x="20459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1694323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358968" y="1111058"/>
              <a:ext cx="2411866" cy="1036030"/>
              <a:chOff x="0" y="0"/>
              <a:chExt cx="476418" cy="204648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76418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476418">
                    <a:moveTo>
                      <a:pt x="72758" y="0"/>
                    </a:moveTo>
                    <a:lnTo>
                      <a:pt x="403659" y="0"/>
                    </a:lnTo>
                    <a:cubicBezTo>
                      <a:pt x="443843" y="0"/>
                      <a:pt x="476418" y="32575"/>
                      <a:pt x="476418" y="72758"/>
                    </a:cubicBezTo>
                    <a:lnTo>
                      <a:pt x="476418" y="131889"/>
                    </a:lnTo>
                    <a:cubicBezTo>
                      <a:pt x="476418" y="151186"/>
                      <a:pt x="468752" y="169693"/>
                      <a:pt x="455107" y="183337"/>
                    </a:cubicBezTo>
                    <a:cubicBezTo>
                      <a:pt x="441463" y="196982"/>
                      <a:pt x="422956" y="204648"/>
                      <a:pt x="403659" y="204648"/>
                    </a:cubicBezTo>
                    <a:lnTo>
                      <a:pt x="72758" y="204648"/>
                    </a:lnTo>
                    <a:cubicBezTo>
                      <a:pt x="53462" y="204648"/>
                      <a:pt x="34955" y="196982"/>
                      <a:pt x="21310" y="183337"/>
                    </a:cubicBezTo>
                    <a:cubicBezTo>
                      <a:pt x="7666" y="169693"/>
                      <a:pt x="0" y="151186"/>
                      <a:pt x="0" y="131889"/>
                    </a:cubicBezTo>
                    <a:lnTo>
                      <a:pt x="0" y="72758"/>
                    </a:lnTo>
                    <a:cubicBezTo>
                      <a:pt x="0" y="53462"/>
                      <a:pt x="7666" y="34955"/>
                      <a:pt x="21310" y="21310"/>
                    </a:cubicBezTo>
                    <a:cubicBezTo>
                      <a:pt x="34955" y="7666"/>
                      <a:pt x="53462" y="0"/>
                      <a:pt x="72758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47625"/>
                <a:ext cx="476418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08:00 - 10:00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2770833" y="1082733"/>
              <a:ext cx="2341818" cy="1064355"/>
              <a:chOff x="0" y="0"/>
              <a:chExt cx="462581" cy="21024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62581" cy="210243"/>
              </a:xfrm>
              <a:custGeom>
                <a:avLst/>
                <a:gdLst/>
                <a:ahLst/>
                <a:cxnLst/>
                <a:rect r="r" b="b" t="t" l="l"/>
                <a:pathLst>
                  <a:path h="210243" w="462581">
                    <a:moveTo>
                      <a:pt x="74935" y="0"/>
                    </a:moveTo>
                    <a:lnTo>
                      <a:pt x="387647" y="0"/>
                    </a:lnTo>
                    <a:cubicBezTo>
                      <a:pt x="429032" y="0"/>
                      <a:pt x="462581" y="33549"/>
                      <a:pt x="462581" y="74935"/>
                    </a:cubicBezTo>
                    <a:lnTo>
                      <a:pt x="462581" y="135308"/>
                    </a:lnTo>
                    <a:cubicBezTo>
                      <a:pt x="462581" y="155182"/>
                      <a:pt x="454686" y="174242"/>
                      <a:pt x="440633" y="188295"/>
                    </a:cubicBezTo>
                    <a:cubicBezTo>
                      <a:pt x="426580" y="202348"/>
                      <a:pt x="407520" y="210243"/>
                      <a:pt x="387647" y="210243"/>
                    </a:cubicBezTo>
                    <a:lnTo>
                      <a:pt x="74935" y="210243"/>
                    </a:lnTo>
                    <a:cubicBezTo>
                      <a:pt x="55061" y="210243"/>
                      <a:pt x="36001" y="202348"/>
                      <a:pt x="21948" y="188295"/>
                    </a:cubicBezTo>
                    <a:cubicBezTo>
                      <a:pt x="7895" y="174242"/>
                      <a:pt x="0" y="155182"/>
                      <a:pt x="0" y="135308"/>
                    </a:cubicBezTo>
                    <a:lnTo>
                      <a:pt x="0" y="74935"/>
                    </a:lnTo>
                    <a:cubicBezTo>
                      <a:pt x="0" y="55061"/>
                      <a:pt x="7895" y="36001"/>
                      <a:pt x="21948" y="21948"/>
                    </a:cubicBezTo>
                    <a:cubicBezTo>
                      <a:pt x="36001" y="7895"/>
                      <a:pt x="55061" y="0"/>
                      <a:pt x="74935" y="0"/>
                    </a:cubicBezTo>
                    <a:close/>
                  </a:path>
                </a:pathLst>
              </a:custGeom>
              <a:solidFill>
                <a:srgbClr val="E548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462581" cy="257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10:00 - 12:00</a:t>
                </a: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287660" y="2265299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8547884" y="2265299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22:00</a:t>
              </a:r>
            </a:p>
          </p:txBody>
        </p:sp>
        <p:grpSp>
          <p:nvGrpSpPr>
            <p:cNvPr name="Group 69" id="69"/>
            <p:cNvGrpSpPr/>
            <p:nvPr/>
          </p:nvGrpSpPr>
          <p:grpSpPr>
            <a:xfrm rot="0">
              <a:off x="5131542" y="1046611"/>
              <a:ext cx="2672518" cy="1232984"/>
              <a:chOff x="0" y="0"/>
              <a:chExt cx="527905" cy="24355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27905" cy="243552"/>
              </a:xfrm>
              <a:custGeom>
                <a:avLst/>
                <a:gdLst/>
                <a:ahLst/>
                <a:cxnLst/>
                <a:rect r="r" b="b" t="t" l="l"/>
                <a:pathLst>
                  <a:path h="243552" w="527905">
                    <a:moveTo>
                      <a:pt x="65662" y="0"/>
                    </a:moveTo>
                    <a:lnTo>
                      <a:pt x="462243" y="0"/>
                    </a:lnTo>
                    <a:cubicBezTo>
                      <a:pt x="479657" y="0"/>
                      <a:pt x="496359" y="6918"/>
                      <a:pt x="508673" y="19232"/>
                    </a:cubicBezTo>
                    <a:cubicBezTo>
                      <a:pt x="520987" y="31546"/>
                      <a:pt x="527905" y="48248"/>
                      <a:pt x="527905" y="65662"/>
                    </a:cubicBezTo>
                    <a:lnTo>
                      <a:pt x="527905" y="177890"/>
                    </a:lnTo>
                    <a:cubicBezTo>
                      <a:pt x="527905" y="195305"/>
                      <a:pt x="520987" y="212006"/>
                      <a:pt x="508673" y="224320"/>
                    </a:cubicBezTo>
                    <a:cubicBezTo>
                      <a:pt x="496359" y="236634"/>
                      <a:pt x="479657" y="243552"/>
                      <a:pt x="462243" y="243552"/>
                    </a:cubicBezTo>
                    <a:lnTo>
                      <a:pt x="65662" y="243552"/>
                    </a:lnTo>
                    <a:cubicBezTo>
                      <a:pt x="48248" y="243552"/>
                      <a:pt x="31546" y="236634"/>
                      <a:pt x="19232" y="224320"/>
                    </a:cubicBezTo>
                    <a:cubicBezTo>
                      <a:pt x="6918" y="212006"/>
                      <a:pt x="0" y="195305"/>
                      <a:pt x="0" y="177890"/>
                    </a:cubicBezTo>
                    <a:lnTo>
                      <a:pt x="0" y="65662"/>
                    </a:lnTo>
                    <a:cubicBezTo>
                      <a:pt x="0" y="48248"/>
                      <a:pt x="6918" y="31546"/>
                      <a:pt x="19232" y="19232"/>
                    </a:cubicBezTo>
                    <a:cubicBezTo>
                      <a:pt x="31546" y="6918"/>
                      <a:pt x="48248" y="0"/>
                      <a:pt x="65662" y="0"/>
                    </a:cubicBezTo>
                    <a:close/>
                  </a:path>
                </a:pathLst>
              </a:custGeom>
              <a:solidFill>
                <a:srgbClr val="84FF79"/>
              </a:solidFill>
              <a:ln w="28575" cap="sq">
                <a:solidFill>
                  <a:srgbClr val="00AD21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47625"/>
                <a:ext cx="527905" cy="2911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6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12:00 - 14:00</a:t>
                </a:r>
              </a:p>
            </p:txBody>
          </p:sp>
        </p:grpSp>
        <p:sp>
          <p:nvSpPr>
            <p:cNvPr name="Freeform 72" id="72"/>
            <p:cNvSpPr/>
            <p:nvPr/>
          </p:nvSpPr>
          <p:spPr>
            <a:xfrm flipH="false" flipV="false" rot="0">
              <a:off x="0" y="2650529"/>
              <a:ext cx="335821" cy="349153"/>
            </a:xfrm>
            <a:custGeom>
              <a:avLst/>
              <a:gdLst/>
              <a:ahLst/>
              <a:cxnLst/>
              <a:rect r="r" b="b" t="t" l="l"/>
              <a:pathLst>
                <a:path h="349153" w="335821">
                  <a:moveTo>
                    <a:pt x="0" y="0"/>
                  </a:moveTo>
                  <a:lnTo>
                    <a:pt x="335821" y="0"/>
                  </a:lnTo>
                  <a:lnTo>
                    <a:pt x="335821" y="349153"/>
                  </a:lnTo>
                  <a:lnTo>
                    <a:pt x="0" y="34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 rot="0">
              <a:off x="167911" y="-47625"/>
              <a:ext cx="4104481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Settimana 1 -Giorno 1 - Sala 1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383437" y="2633013"/>
              <a:ext cx="7997031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00BF1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6° Cardio: consecutivo al Cardio esistente → bonus +100</a:t>
              </a:r>
            </a:p>
            <a:p>
              <a:pPr algn="ctr">
                <a:lnSpc>
                  <a:spcPts val="23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060996" y="6642090"/>
            <a:ext cx="6774829" cy="2102351"/>
            <a:chOff x="0" y="0"/>
            <a:chExt cx="9033105" cy="2803134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167911" y="0"/>
              <a:ext cx="8865195" cy="1906819"/>
              <a:chOff x="0" y="0"/>
              <a:chExt cx="1751150" cy="376656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751150" cy="376656"/>
              </a:xfrm>
              <a:custGeom>
                <a:avLst/>
                <a:gdLst/>
                <a:ahLst/>
                <a:cxnLst/>
                <a:rect r="r" b="b" t="t" l="l"/>
                <a:pathLst>
                  <a:path h="376656" w="1751150">
                    <a:moveTo>
                      <a:pt x="0" y="0"/>
                    </a:moveTo>
                    <a:lnTo>
                      <a:pt x="1751150" y="0"/>
                    </a:lnTo>
                    <a:lnTo>
                      <a:pt x="1751150" y="376656"/>
                    </a:lnTo>
                    <a:lnTo>
                      <a:pt x="0" y="376656"/>
                    </a:lnTo>
                    <a:close/>
                  </a:path>
                </a:pathLst>
              </a:custGeom>
              <a:solidFill>
                <a:srgbClr val="FFFFFF"/>
              </a:solidFill>
              <a:ln w="5334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1751150" cy="4242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287660" y="279978"/>
              <a:ext cx="8577510" cy="1278803"/>
              <a:chOff x="0" y="0"/>
              <a:chExt cx="1694323" cy="25260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694323" cy="252603"/>
              </a:xfrm>
              <a:custGeom>
                <a:avLst/>
                <a:gdLst/>
                <a:ahLst/>
                <a:cxnLst/>
                <a:rect r="r" b="b" t="t" l="l"/>
                <a:pathLst>
                  <a:path h="252603" w="1694323">
                    <a:moveTo>
                      <a:pt x="20459" y="0"/>
                    </a:moveTo>
                    <a:lnTo>
                      <a:pt x="1673864" y="0"/>
                    </a:lnTo>
                    <a:cubicBezTo>
                      <a:pt x="1685163" y="0"/>
                      <a:pt x="1694323" y="9160"/>
                      <a:pt x="1694323" y="20459"/>
                    </a:cubicBezTo>
                    <a:lnTo>
                      <a:pt x="1694323" y="232144"/>
                    </a:lnTo>
                    <a:cubicBezTo>
                      <a:pt x="1694323" y="243443"/>
                      <a:pt x="1685163" y="252603"/>
                      <a:pt x="1673864" y="252603"/>
                    </a:cubicBezTo>
                    <a:lnTo>
                      <a:pt x="20459" y="252603"/>
                    </a:lnTo>
                    <a:cubicBezTo>
                      <a:pt x="9160" y="252603"/>
                      <a:pt x="0" y="243443"/>
                      <a:pt x="0" y="232144"/>
                    </a:cubicBezTo>
                    <a:lnTo>
                      <a:pt x="0" y="20459"/>
                    </a:lnTo>
                    <a:cubicBezTo>
                      <a:pt x="0" y="9160"/>
                      <a:pt x="9160" y="0"/>
                      <a:pt x="20459" y="0"/>
                    </a:cubicBezTo>
                    <a:close/>
                  </a:path>
                </a:pathLst>
              </a:custGeom>
              <a:solidFill>
                <a:srgbClr val="F2F5F5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47625"/>
                <a:ext cx="1694323" cy="3002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58968" y="401365"/>
              <a:ext cx="2411866" cy="1036030"/>
              <a:chOff x="0" y="0"/>
              <a:chExt cx="476418" cy="204648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476418" cy="204648"/>
              </a:xfrm>
              <a:custGeom>
                <a:avLst/>
                <a:gdLst/>
                <a:ahLst/>
                <a:cxnLst/>
                <a:rect r="r" b="b" t="t" l="l"/>
                <a:pathLst>
                  <a:path h="204648" w="476418">
                    <a:moveTo>
                      <a:pt x="72758" y="0"/>
                    </a:moveTo>
                    <a:lnTo>
                      <a:pt x="403659" y="0"/>
                    </a:lnTo>
                    <a:cubicBezTo>
                      <a:pt x="443843" y="0"/>
                      <a:pt x="476418" y="32575"/>
                      <a:pt x="476418" y="72758"/>
                    </a:cubicBezTo>
                    <a:lnTo>
                      <a:pt x="476418" y="131889"/>
                    </a:lnTo>
                    <a:cubicBezTo>
                      <a:pt x="476418" y="151186"/>
                      <a:pt x="468752" y="169693"/>
                      <a:pt x="455107" y="183337"/>
                    </a:cubicBezTo>
                    <a:cubicBezTo>
                      <a:pt x="441463" y="196982"/>
                      <a:pt x="422956" y="204648"/>
                      <a:pt x="403659" y="204648"/>
                    </a:cubicBezTo>
                    <a:lnTo>
                      <a:pt x="72758" y="204648"/>
                    </a:lnTo>
                    <a:cubicBezTo>
                      <a:pt x="53462" y="204648"/>
                      <a:pt x="34955" y="196982"/>
                      <a:pt x="21310" y="183337"/>
                    </a:cubicBezTo>
                    <a:cubicBezTo>
                      <a:pt x="7666" y="169693"/>
                      <a:pt x="0" y="151186"/>
                      <a:pt x="0" y="131889"/>
                    </a:cubicBezTo>
                    <a:lnTo>
                      <a:pt x="0" y="72758"/>
                    </a:lnTo>
                    <a:cubicBezTo>
                      <a:pt x="0" y="53462"/>
                      <a:pt x="7666" y="34955"/>
                      <a:pt x="21310" y="21310"/>
                    </a:cubicBezTo>
                    <a:cubicBezTo>
                      <a:pt x="34955" y="7666"/>
                      <a:pt x="53462" y="0"/>
                      <a:pt x="72758" y="0"/>
                    </a:cubicBezTo>
                    <a:close/>
                  </a:path>
                </a:pathLst>
              </a:custGeom>
              <a:solidFill>
                <a:srgbClr val="6B3CD4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47625"/>
                <a:ext cx="476418" cy="252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08:00 - 10:00</a:t>
                </a: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2770833" y="373040"/>
              <a:ext cx="2341818" cy="1064355"/>
              <a:chOff x="0" y="0"/>
              <a:chExt cx="462581" cy="21024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462581" cy="210243"/>
              </a:xfrm>
              <a:custGeom>
                <a:avLst/>
                <a:gdLst/>
                <a:ahLst/>
                <a:cxnLst/>
                <a:rect r="r" b="b" t="t" l="l"/>
                <a:pathLst>
                  <a:path h="210243" w="462581">
                    <a:moveTo>
                      <a:pt x="74935" y="0"/>
                    </a:moveTo>
                    <a:lnTo>
                      <a:pt x="387647" y="0"/>
                    </a:lnTo>
                    <a:cubicBezTo>
                      <a:pt x="429032" y="0"/>
                      <a:pt x="462581" y="33549"/>
                      <a:pt x="462581" y="74935"/>
                    </a:cubicBezTo>
                    <a:lnTo>
                      <a:pt x="462581" y="135308"/>
                    </a:lnTo>
                    <a:cubicBezTo>
                      <a:pt x="462581" y="155182"/>
                      <a:pt x="454686" y="174242"/>
                      <a:pt x="440633" y="188295"/>
                    </a:cubicBezTo>
                    <a:cubicBezTo>
                      <a:pt x="426580" y="202348"/>
                      <a:pt x="407520" y="210243"/>
                      <a:pt x="387647" y="210243"/>
                    </a:cubicBezTo>
                    <a:lnTo>
                      <a:pt x="74935" y="210243"/>
                    </a:lnTo>
                    <a:cubicBezTo>
                      <a:pt x="55061" y="210243"/>
                      <a:pt x="36001" y="202348"/>
                      <a:pt x="21948" y="188295"/>
                    </a:cubicBezTo>
                    <a:cubicBezTo>
                      <a:pt x="7895" y="174242"/>
                      <a:pt x="0" y="155182"/>
                      <a:pt x="0" y="135308"/>
                    </a:cubicBezTo>
                    <a:lnTo>
                      <a:pt x="0" y="74935"/>
                    </a:lnTo>
                    <a:cubicBezTo>
                      <a:pt x="0" y="55061"/>
                      <a:pt x="7895" y="36001"/>
                      <a:pt x="21948" y="21948"/>
                    </a:cubicBezTo>
                    <a:cubicBezTo>
                      <a:pt x="36001" y="7895"/>
                      <a:pt x="55061" y="0"/>
                      <a:pt x="74935" y="0"/>
                    </a:cubicBezTo>
                    <a:close/>
                  </a:path>
                </a:pathLst>
              </a:custGeom>
              <a:solidFill>
                <a:srgbClr val="E548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47625"/>
                <a:ext cx="462581" cy="257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Cardio 1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10:00 - 12:00</a:t>
                </a:r>
              </a:p>
            </p:txBody>
          </p:sp>
        </p:grpSp>
        <p:sp>
          <p:nvSpPr>
            <p:cNvPr name="TextBox 88" id="88"/>
            <p:cNvSpPr txBox="true"/>
            <p:nvPr/>
          </p:nvSpPr>
          <p:spPr>
            <a:xfrm rot="0">
              <a:off x="287660" y="1555606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08:00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8547884" y="1555606"/>
              <a:ext cx="396292" cy="182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r>
                <a:rPr lang="en-US" b="true" sz="800">
                  <a:solidFill>
                    <a:srgbClr val="94A3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22:00</a:t>
              </a:r>
            </a:p>
          </p:txBody>
        </p:sp>
        <p:sp>
          <p:nvSpPr>
            <p:cNvPr name="Freeform 90" id="90"/>
            <p:cNvSpPr/>
            <p:nvPr/>
          </p:nvSpPr>
          <p:spPr>
            <a:xfrm flipH="false" flipV="false" rot="0">
              <a:off x="0" y="2071919"/>
              <a:ext cx="332210" cy="349153"/>
            </a:xfrm>
            <a:custGeom>
              <a:avLst/>
              <a:gdLst/>
              <a:ahLst/>
              <a:cxnLst/>
              <a:rect r="r" b="b" t="t" l="l"/>
              <a:pathLst>
                <a:path h="349153" w="332210">
                  <a:moveTo>
                    <a:pt x="0" y="0"/>
                  </a:moveTo>
                  <a:lnTo>
                    <a:pt x="332210" y="0"/>
                  </a:lnTo>
                  <a:lnTo>
                    <a:pt x="332210" y="349152"/>
                  </a:lnTo>
                  <a:lnTo>
                    <a:pt x="0" y="349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 rot="0">
              <a:off x="383437" y="2049389"/>
              <a:ext cx="8341314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E548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6° Neuro: il Cardio lo separa dal Neuro → niente bonus, va altrove</a:t>
              </a:r>
            </a:p>
          </p:txBody>
        </p:sp>
        <p:grpSp>
          <p:nvGrpSpPr>
            <p:cNvPr name="Group 92" id="92"/>
            <p:cNvGrpSpPr/>
            <p:nvPr/>
          </p:nvGrpSpPr>
          <p:grpSpPr>
            <a:xfrm rot="0">
              <a:off x="5144242" y="334184"/>
              <a:ext cx="2672518" cy="1232984"/>
              <a:chOff x="0" y="0"/>
              <a:chExt cx="527905" cy="24355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527905" cy="243552"/>
              </a:xfrm>
              <a:custGeom>
                <a:avLst/>
                <a:gdLst/>
                <a:ahLst/>
                <a:cxnLst/>
                <a:rect r="r" b="b" t="t" l="l"/>
                <a:pathLst>
                  <a:path h="243552" w="527905">
                    <a:moveTo>
                      <a:pt x="65662" y="0"/>
                    </a:moveTo>
                    <a:lnTo>
                      <a:pt x="462243" y="0"/>
                    </a:lnTo>
                    <a:cubicBezTo>
                      <a:pt x="479657" y="0"/>
                      <a:pt x="496359" y="6918"/>
                      <a:pt x="508673" y="19232"/>
                    </a:cubicBezTo>
                    <a:cubicBezTo>
                      <a:pt x="520987" y="31546"/>
                      <a:pt x="527905" y="48248"/>
                      <a:pt x="527905" y="65662"/>
                    </a:cubicBezTo>
                    <a:lnTo>
                      <a:pt x="527905" y="177890"/>
                    </a:lnTo>
                    <a:cubicBezTo>
                      <a:pt x="527905" y="195305"/>
                      <a:pt x="520987" y="212006"/>
                      <a:pt x="508673" y="224320"/>
                    </a:cubicBezTo>
                    <a:cubicBezTo>
                      <a:pt x="496359" y="236634"/>
                      <a:pt x="479657" y="243552"/>
                      <a:pt x="462243" y="243552"/>
                    </a:cubicBezTo>
                    <a:lnTo>
                      <a:pt x="65662" y="243552"/>
                    </a:lnTo>
                    <a:cubicBezTo>
                      <a:pt x="48248" y="243552"/>
                      <a:pt x="31546" y="236634"/>
                      <a:pt x="19232" y="224320"/>
                    </a:cubicBezTo>
                    <a:cubicBezTo>
                      <a:pt x="6918" y="212006"/>
                      <a:pt x="0" y="195305"/>
                      <a:pt x="0" y="177890"/>
                    </a:cubicBezTo>
                    <a:lnTo>
                      <a:pt x="0" y="65662"/>
                    </a:lnTo>
                    <a:cubicBezTo>
                      <a:pt x="0" y="48248"/>
                      <a:pt x="6918" y="31546"/>
                      <a:pt x="19232" y="19232"/>
                    </a:cubicBezTo>
                    <a:cubicBezTo>
                      <a:pt x="31546" y="6918"/>
                      <a:pt x="48248" y="0"/>
                      <a:pt x="65662" y="0"/>
                    </a:cubicBezTo>
                    <a:close/>
                  </a:path>
                </a:pathLst>
              </a:custGeom>
              <a:solidFill>
                <a:srgbClr val="FF7979"/>
              </a:solidFill>
              <a:ln w="28575" cap="sq">
                <a:solidFill>
                  <a:srgbClr val="E5484D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47625"/>
                <a:ext cx="527905" cy="2911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Neuro 6</a:t>
                </a:r>
              </a:p>
              <a:p>
                <a:pPr algn="ctr">
                  <a:lnSpc>
                    <a:spcPts val="2310"/>
                  </a:lnSpc>
                </a:pPr>
                <a:r>
                  <a:rPr lang="en-US" sz="165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2h : 12:00 - 14:00</a:t>
                </a:r>
              </a:p>
            </p:txBody>
          </p:sp>
        </p:grpSp>
      </p:grpSp>
      <p:sp>
        <p:nvSpPr>
          <p:cNvPr name="TextBox 95" id="95"/>
          <p:cNvSpPr txBox="true"/>
          <p:nvPr/>
        </p:nvSpPr>
        <p:spPr>
          <a:xfrm rot="0">
            <a:off x="1990237" y="1651436"/>
            <a:ext cx="3662454" cy="35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PREFERENZA CONTINUITA’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76375" y="2033514"/>
            <a:ext cx="1255867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 testa che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due interventi 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dello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stesso reparto</a:t>
            </a:r>
            <a:r>
              <a:rPr lang="en-US" b="true" sz="42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, nello stesso giorno, siano </a:t>
            </a:r>
            <a:r>
              <a:rPr lang="en-US" b="true" sz="4200" strike="noStrike" u="none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consecutivi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14892" y="8112365"/>
            <a:ext cx="825638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Restano un</a:t>
            </a: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6° Neuro 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un </a:t>
            </a: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6° Cardio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 piazzare nel 1° giorno della settimana 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66" t="-65756" r="-30069" b="-8144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1080882">
            <a:off x="8886450" y="7530266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10" y="0"/>
                </a:moveTo>
                <a:lnTo>
                  <a:pt x="0" y="0"/>
                </a:lnTo>
                <a:lnTo>
                  <a:pt x="0" y="6370231"/>
                </a:lnTo>
                <a:lnTo>
                  <a:pt x="9627110" y="6370231"/>
                </a:lnTo>
                <a:lnTo>
                  <a:pt x="96271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82775" y="1609083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73293" y="207161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2"/>
                </a:lnTo>
                <a:lnTo>
                  <a:pt x="0" y="46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23566" y="481263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1668899"/>
            <a:ext cx="333375" cy="397587"/>
            <a:chOff x="0" y="0"/>
            <a:chExt cx="607695" cy="724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7695" cy="724743"/>
            </a:xfrm>
            <a:custGeom>
              <a:avLst/>
              <a:gdLst/>
              <a:ahLst/>
              <a:cxnLst/>
              <a:rect r="r" b="b" t="t" l="l"/>
              <a:pathLst>
                <a:path h="724743" w="607695">
                  <a:moveTo>
                    <a:pt x="60769" y="0"/>
                  </a:moveTo>
                  <a:lnTo>
                    <a:pt x="546925" y="0"/>
                  </a:lnTo>
                  <a:cubicBezTo>
                    <a:pt x="580487" y="0"/>
                    <a:pt x="607695" y="32448"/>
                    <a:pt x="607695" y="72474"/>
                  </a:cubicBezTo>
                  <a:lnTo>
                    <a:pt x="607695" y="652269"/>
                  </a:lnTo>
                  <a:cubicBezTo>
                    <a:pt x="607695" y="692296"/>
                    <a:pt x="580487" y="724743"/>
                    <a:pt x="546925" y="724743"/>
                  </a:cubicBezTo>
                  <a:lnTo>
                    <a:pt x="60769" y="724743"/>
                  </a:lnTo>
                  <a:cubicBezTo>
                    <a:pt x="27207" y="724743"/>
                    <a:pt x="0" y="692296"/>
                    <a:pt x="0" y="652269"/>
                  </a:cubicBezTo>
                  <a:lnTo>
                    <a:pt x="0" y="72474"/>
                  </a:lnTo>
                  <a:cubicBezTo>
                    <a:pt x="0" y="32448"/>
                    <a:pt x="27207" y="0"/>
                    <a:pt x="60769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7695" cy="76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6375" y="1840349"/>
            <a:ext cx="400050" cy="38100"/>
          </a:xfrm>
          <a:custGeom>
            <a:avLst/>
            <a:gdLst/>
            <a:ahLst/>
            <a:cxnLst/>
            <a:rect r="r" b="b" t="t" l="l"/>
            <a:pathLst>
              <a:path h="38100" w="400050">
                <a:moveTo>
                  <a:pt x="0" y="0"/>
                </a:moveTo>
                <a:lnTo>
                  <a:pt x="400050" y="0"/>
                </a:lnTo>
                <a:lnTo>
                  <a:pt x="400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419100" cap="sq">
            <a:solidFill>
              <a:srgbClr val="16BDD8"/>
            </a:solidFill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990237" y="1651436"/>
            <a:ext cx="3662454" cy="35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EFFICIENZA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6375" y="2033514"/>
            <a:ext cx="1255867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 misurano il </a:t>
            </a:r>
            <a:r>
              <a:rPr lang="en-US" b="true" sz="4200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tasso di scheduling</a:t>
            </a: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 l’</a:t>
            </a:r>
            <a:r>
              <a:rPr lang="en-US" b="true" sz="4200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utilizzo delle sale</a:t>
            </a:r>
            <a:r>
              <a:rPr lang="en-US" b="true" sz="4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 una situazione di carico massimo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6315" y="3652764"/>
            <a:ext cx="13642301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560 interventi, divisi tra i vari reparti - Durate differenti - Monte ore totale: </a:t>
            </a:r>
            <a:r>
              <a:rPr lang="en-US" b="true" sz="1650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126.000 minuti</a:t>
            </a: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→ Pari ai minuti disponibili in un mese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6400" y="4570034"/>
            <a:ext cx="5700091" cy="790675"/>
            <a:chOff x="0" y="0"/>
            <a:chExt cx="7600121" cy="105423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277495"/>
              <a:ext cx="3371056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TASSO DI SCHEDULING =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48803" y="-47625"/>
              <a:ext cx="3775049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INTERVENTI SCHEDULATI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119020" y="681488"/>
              <a:ext cx="2634615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INTERVENTI TOTALI</a:t>
              </a:r>
            </a:p>
          </p:txBody>
        </p:sp>
        <p:sp>
          <p:nvSpPr>
            <p:cNvPr name="AutoShape 26" id="26"/>
            <p:cNvSpPr/>
            <p:nvPr/>
          </p:nvSpPr>
          <p:spPr>
            <a:xfrm flipV="true">
              <a:off x="3548803" y="487680"/>
              <a:ext cx="4051159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572895" y="4807317"/>
            <a:ext cx="4677408" cy="731520"/>
            <a:chOff x="0" y="0"/>
            <a:chExt cx="6236544" cy="97536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277495"/>
              <a:ext cx="3019266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UTILIZZO DELLE SALE =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76028" y="-47625"/>
              <a:ext cx="2127726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ORE UTILIZZATE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76028" y="602615"/>
              <a:ext cx="2320732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>
                  <a:gradFill>
                    <a:gsLst>
                      <a:gs pos="0">
                        <a:srgbClr val="06B6D4">
                          <a:alpha val="100000"/>
                        </a:srgbClr>
                      </a:gs>
                      <a:gs pos="100000">
                        <a:srgbClr val="4F46E5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ORE DISPONIBILI</a:t>
              </a:r>
            </a:p>
          </p:txBody>
        </p:sp>
        <p:sp>
          <p:nvSpPr>
            <p:cNvPr name="AutoShape 31" id="31"/>
            <p:cNvSpPr/>
            <p:nvPr/>
          </p:nvSpPr>
          <p:spPr>
            <a:xfrm>
              <a:off x="3271248" y="462280"/>
              <a:ext cx="2965078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17592" y="5266465"/>
            <a:ext cx="4263945" cy="491581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5055599" y="6281787"/>
            <a:ext cx="25586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3532" y="8702580"/>
            <a:ext cx="59709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535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99061" y="7411950"/>
            <a:ext cx="88427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TOTALE: </a:t>
            </a:r>
          </a:p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560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46771" y="5237207"/>
            <a:ext cx="4529657" cy="526691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5293578" y="7293447"/>
            <a:ext cx="839748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TOTALE:</a:t>
            </a:r>
          </a:p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2100 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41412" y="6281787"/>
            <a:ext cx="83974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91726" y="8906877"/>
            <a:ext cx="83974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2046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2399" y="-753806"/>
            <a:ext cx="19972798" cy="3086100"/>
            <a:chOff x="0" y="0"/>
            <a:chExt cx="526032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0325" cy="812800"/>
            </a:xfrm>
            <a:custGeom>
              <a:avLst/>
              <a:gdLst/>
              <a:ahLst/>
              <a:cxnLst/>
              <a:rect r="r" b="b" t="t" l="l"/>
              <a:pathLst>
                <a:path h="812800" w="5260325">
                  <a:moveTo>
                    <a:pt x="0" y="0"/>
                  </a:moveTo>
                  <a:lnTo>
                    <a:pt x="5260325" y="0"/>
                  </a:lnTo>
                  <a:lnTo>
                    <a:pt x="526032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4F46E5">
                    <a:alpha val="100000"/>
                  </a:srgbClr>
                </a:gs>
                <a:gs pos="100000">
                  <a:srgbClr val="06B6D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6032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0882">
            <a:off x="8886450" y="7530266"/>
            <a:ext cx="9627109" cy="6370232"/>
          </a:xfrm>
          <a:custGeom>
            <a:avLst/>
            <a:gdLst/>
            <a:ahLst/>
            <a:cxnLst/>
            <a:rect r="r" b="b" t="t" l="l"/>
            <a:pathLst>
              <a:path h="6370232" w="9627109">
                <a:moveTo>
                  <a:pt x="9627110" y="0"/>
                </a:moveTo>
                <a:lnTo>
                  <a:pt x="0" y="0"/>
                </a:lnTo>
                <a:lnTo>
                  <a:pt x="0" y="6370231"/>
                </a:lnTo>
                <a:lnTo>
                  <a:pt x="9627110" y="6370231"/>
                </a:lnTo>
                <a:lnTo>
                  <a:pt x="96271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35800" y="7971643"/>
            <a:ext cx="3072544" cy="1509098"/>
            <a:chOff x="0" y="0"/>
            <a:chExt cx="337418" cy="165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418" cy="165725"/>
            </a:xfrm>
            <a:custGeom>
              <a:avLst/>
              <a:gdLst/>
              <a:ahLst/>
              <a:cxnLst/>
              <a:rect r="r" b="b" t="t" l="l"/>
              <a:pathLst>
                <a:path h="165725" w="337418">
                  <a:moveTo>
                    <a:pt x="82862" y="0"/>
                  </a:moveTo>
                  <a:lnTo>
                    <a:pt x="254555" y="0"/>
                  </a:lnTo>
                  <a:cubicBezTo>
                    <a:pt x="276532" y="0"/>
                    <a:pt x="297608" y="8730"/>
                    <a:pt x="313148" y="24270"/>
                  </a:cubicBezTo>
                  <a:cubicBezTo>
                    <a:pt x="328688" y="39810"/>
                    <a:pt x="337418" y="60886"/>
                    <a:pt x="337418" y="82862"/>
                  </a:cubicBezTo>
                  <a:lnTo>
                    <a:pt x="337418" y="82862"/>
                  </a:lnTo>
                  <a:cubicBezTo>
                    <a:pt x="337418" y="104839"/>
                    <a:pt x="328688" y="125915"/>
                    <a:pt x="313148" y="141455"/>
                  </a:cubicBezTo>
                  <a:cubicBezTo>
                    <a:pt x="297608" y="156995"/>
                    <a:pt x="276532" y="165725"/>
                    <a:pt x="254555" y="165725"/>
                  </a:cubicBezTo>
                  <a:lnTo>
                    <a:pt x="82862" y="165725"/>
                  </a:lnTo>
                  <a:cubicBezTo>
                    <a:pt x="60886" y="165725"/>
                    <a:pt x="39810" y="156995"/>
                    <a:pt x="24270" y="141455"/>
                  </a:cubicBezTo>
                  <a:cubicBezTo>
                    <a:pt x="8730" y="125915"/>
                    <a:pt x="0" y="104839"/>
                    <a:pt x="0" y="82862"/>
                  </a:cubicBezTo>
                  <a:lnTo>
                    <a:pt x="0" y="82862"/>
                  </a:lnTo>
                  <a:cubicBezTo>
                    <a:pt x="0" y="60886"/>
                    <a:pt x="8730" y="39810"/>
                    <a:pt x="24270" y="24270"/>
                  </a:cubicBezTo>
                  <a:cubicBezTo>
                    <a:pt x="39810" y="8730"/>
                    <a:pt x="60886" y="0"/>
                    <a:pt x="828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6B6D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7418" cy="20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84782" y="4300805"/>
            <a:ext cx="3361549" cy="3637128"/>
            <a:chOff x="0" y="0"/>
            <a:chExt cx="812800" cy="8794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79433"/>
            </a:xfrm>
            <a:custGeom>
              <a:avLst/>
              <a:gdLst/>
              <a:ahLst/>
              <a:cxnLst/>
              <a:rect r="r" b="b" t="t" l="l"/>
              <a:pathLst>
                <a:path h="879433" w="812800">
                  <a:moveTo>
                    <a:pt x="52971" y="0"/>
                  </a:moveTo>
                  <a:lnTo>
                    <a:pt x="759829" y="0"/>
                  </a:lnTo>
                  <a:cubicBezTo>
                    <a:pt x="789084" y="0"/>
                    <a:pt x="812800" y="23716"/>
                    <a:pt x="812800" y="52971"/>
                  </a:cubicBezTo>
                  <a:lnTo>
                    <a:pt x="812800" y="826462"/>
                  </a:lnTo>
                  <a:cubicBezTo>
                    <a:pt x="812800" y="855717"/>
                    <a:pt x="789084" y="879433"/>
                    <a:pt x="759829" y="879433"/>
                  </a:cubicBezTo>
                  <a:lnTo>
                    <a:pt x="52971" y="879433"/>
                  </a:lnTo>
                  <a:cubicBezTo>
                    <a:pt x="23716" y="879433"/>
                    <a:pt x="0" y="855717"/>
                    <a:pt x="0" y="826462"/>
                  </a:cubicBezTo>
                  <a:lnTo>
                    <a:pt x="0" y="52971"/>
                  </a:lnTo>
                  <a:cubicBezTo>
                    <a:pt x="0" y="23716"/>
                    <a:pt x="23716" y="0"/>
                    <a:pt x="52971" y="0"/>
                  </a:cubicBezTo>
                  <a:close/>
                </a:path>
              </a:pathLst>
            </a:custGeom>
            <a:blipFill>
              <a:blip r:embed="rId4"/>
              <a:stretch>
                <a:fillRect l="-4098" t="0" r="-4098" b="0"/>
              </a:stretch>
            </a:blipFill>
            <a:ln w="19050" cap="rnd">
              <a:solidFill>
                <a:srgbClr val="4F46E5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435800" y="7804063"/>
            <a:ext cx="3072544" cy="807171"/>
            <a:chOff x="0" y="0"/>
            <a:chExt cx="337418" cy="886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7418" cy="88641"/>
            </a:xfrm>
            <a:custGeom>
              <a:avLst/>
              <a:gdLst/>
              <a:ahLst/>
              <a:cxnLst/>
              <a:rect r="r" b="b" t="t" l="l"/>
              <a:pathLst>
                <a:path h="88641" w="337418">
                  <a:moveTo>
                    <a:pt x="44321" y="0"/>
                  </a:moveTo>
                  <a:lnTo>
                    <a:pt x="293097" y="0"/>
                  </a:lnTo>
                  <a:cubicBezTo>
                    <a:pt x="304852" y="0"/>
                    <a:pt x="316125" y="4669"/>
                    <a:pt x="324437" y="12981"/>
                  </a:cubicBezTo>
                  <a:cubicBezTo>
                    <a:pt x="332748" y="21293"/>
                    <a:pt x="337418" y="32566"/>
                    <a:pt x="337418" y="44321"/>
                  </a:cubicBezTo>
                  <a:lnTo>
                    <a:pt x="337418" y="44321"/>
                  </a:lnTo>
                  <a:cubicBezTo>
                    <a:pt x="337418" y="56075"/>
                    <a:pt x="332748" y="67348"/>
                    <a:pt x="324437" y="75660"/>
                  </a:cubicBezTo>
                  <a:cubicBezTo>
                    <a:pt x="316125" y="83972"/>
                    <a:pt x="304852" y="88641"/>
                    <a:pt x="293097" y="88641"/>
                  </a:cubicBezTo>
                  <a:lnTo>
                    <a:pt x="44321" y="88641"/>
                  </a:lnTo>
                  <a:cubicBezTo>
                    <a:pt x="32566" y="88641"/>
                    <a:pt x="21293" y="83972"/>
                    <a:pt x="12981" y="75660"/>
                  </a:cubicBezTo>
                  <a:cubicBezTo>
                    <a:pt x="4669" y="67348"/>
                    <a:pt x="0" y="56075"/>
                    <a:pt x="0" y="44321"/>
                  </a:cubicBezTo>
                  <a:lnTo>
                    <a:pt x="0" y="44321"/>
                  </a:lnTo>
                  <a:cubicBezTo>
                    <a:pt x="0" y="32566"/>
                    <a:pt x="4669" y="21293"/>
                    <a:pt x="12981" y="12981"/>
                  </a:cubicBezTo>
                  <a:cubicBezTo>
                    <a:pt x="21293" y="4669"/>
                    <a:pt x="32566" y="0"/>
                    <a:pt x="44321" y="0"/>
                  </a:cubicBezTo>
                  <a:close/>
                </a:path>
              </a:pathLst>
            </a:custGeom>
            <a:solidFill>
              <a:srgbClr val="4F46E5"/>
            </a:solidFill>
            <a:ln w="19050" cap="rnd">
              <a:solidFill>
                <a:srgbClr val="4F46E5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7418" cy="126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29029" y="1610681"/>
            <a:ext cx="11429942" cy="251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2"/>
              </a:lnSpc>
            </a:pPr>
            <a:r>
              <a:rPr lang="en-US" sz="10647" spc="-638">
                <a:gradFill>
                  <a:gsLst>
                    <a:gs pos="0">
                      <a:srgbClr val="06B6D4">
                        <a:alpha val="100000"/>
                      </a:srgbClr>
                    </a:gs>
                    <a:gs pos="100000">
                      <a:srgbClr val="4F46E5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GRAZIE PER L’ATTENZIONE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64177" y="7951968"/>
            <a:ext cx="301578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1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Antonio Lanza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79471" y="8637270"/>
            <a:ext cx="272844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120">
                <a:solidFill>
                  <a:srgbClr val="4F46E5"/>
                </a:solidFill>
                <a:latin typeface="Open Sauce"/>
                <a:ea typeface="Open Sauce"/>
                <a:cs typeface="Open Sauce"/>
                <a:sym typeface="Open Sauce"/>
              </a:rPr>
              <a:t>Studente Magistrale in Ingegneria Informatica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43413" y="9480741"/>
            <a:ext cx="2018325" cy="539818"/>
            <a:chOff x="0" y="0"/>
            <a:chExt cx="2691100" cy="7197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287" cy="719758"/>
            </a:xfrm>
            <a:custGeom>
              <a:avLst/>
              <a:gdLst/>
              <a:ahLst/>
              <a:cxnLst/>
              <a:rect r="r" b="b" t="t" l="l"/>
              <a:pathLst>
                <a:path h="719758" w="710287">
                  <a:moveTo>
                    <a:pt x="0" y="0"/>
                  </a:moveTo>
                  <a:lnTo>
                    <a:pt x="710287" y="0"/>
                  </a:lnTo>
                  <a:lnTo>
                    <a:pt x="710287" y="719758"/>
                  </a:lnTo>
                  <a:lnTo>
                    <a:pt x="0" y="71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44128" y="-49392"/>
              <a:ext cx="1846971" cy="53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99"/>
                </a:lnSpc>
              </a:pPr>
              <a:r>
                <a:rPr lang="en-US" b="true" sz="2356">
                  <a:gradFill>
                    <a:gsLst>
                      <a:gs pos="0">
                        <a:srgbClr val="4F46E5">
                          <a:alpha val="100000"/>
                        </a:srgbClr>
                      </a:gs>
                      <a:gs pos="100000">
                        <a:srgbClr val="06B6D4">
                          <a:alpha val="100000"/>
                        </a:srgbClr>
                      </a:gs>
                    </a:gsLst>
                    <a:lin ang="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SURGERY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44128" y="375219"/>
              <a:ext cx="1846971" cy="318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0"/>
                </a:lnSpc>
              </a:pPr>
              <a:r>
                <a:rPr lang="en-US" b="true" sz="1378" i="true" spc="82">
                  <a:solidFill>
                    <a:srgbClr val="000000"/>
                  </a:solidFill>
                  <a:latin typeface="Poppins Medium Italics"/>
                  <a:ea typeface="Poppins Medium Italics"/>
                  <a:cs typeface="Poppins Medium Italics"/>
                  <a:sym typeface="Poppins Medium Italics"/>
                </a:rPr>
                <a:t>Optimizer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0">
            <a:off x="-2080577" y="-2396414"/>
            <a:ext cx="6218554" cy="4114800"/>
          </a:xfrm>
          <a:custGeom>
            <a:avLst/>
            <a:gdLst/>
            <a:ahLst/>
            <a:cxnLst/>
            <a:rect r="r" b="b" t="t" l="l"/>
            <a:pathLst>
              <a:path h="4114800" w="6218554">
                <a:moveTo>
                  <a:pt x="6218554" y="0"/>
                </a:moveTo>
                <a:lnTo>
                  <a:pt x="0" y="0"/>
                </a:lnTo>
                <a:lnTo>
                  <a:pt x="0" y="4114800"/>
                </a:lnTo>
                <a:lnTo>
                  <a:pt x="6218554" y="4114800"/>
                </a:lnTo>
                <a:lnTo>
                  <a:pt x="62185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682775" y="1609083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1"/>
                </a:lnTo>
                <a:lnTo>
                  <a:pt x="0" y="46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7373293" y="2071614"/>
            <a:ext cx="462531" cy="462531"/>
          </a:xfrm>
          <a:custGeom>
            <a:avLst/>
            <a:gdLst/>
            <a:ahLst/>
            <a:cxnLst/>
            <a:rect r="r" b="b" t="t" l="l"/>
            <a:pathLst>
              <a:path h="462531" w="462531">
                <a:moveTo>
                  <a:pt x="0" y="0"/>
                </a:moveTo>
                <a:lnTo>
                  <a:pt x="462532" y="0"/>
                </a:lnTo>
                <a:lnTo>
                  <a:pt x="462532" y="462532"/>
                </a:lnTo>
                <a:lnTo>
                  <a:pt x="0" y="462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6923566" y="481263"/>
            <a:ext cx="845562" cy="845562"/>
          </a:xfrm>
          <a:custGeom>
            <a:avLst/>
            <a:gdLst/>
            <a:ahLst/>
            <a:cxnLst/>
            <a:rect r="r" b="b" t="t" l="l"/>
            <a:pathLst>
              <a:path h="845562" w="845562">
                <a:moveTo>
                  <a:pt x="0" y="0"/>
                </a:moveTo>
                <a:lnTo>
                  <a:pt x="845562" y="0"/>
                </a:lnTo>
                <a:lnTo>
                  <a:pt x="845562" y="845562"/>
                </a:lnTo>
                <a:lnTo>
                  <a:pt x="0" y="84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133326" y="9524688"/>
            <a:ext cx="1716473" cy="495871"/>
          </a:xfrm>
          <a:custGeom>
            <a:avLst/>
            <a:gdLst/>
            <a:ahLst/>
            <a:cxnLst/>
            <a:rect r="r" b="b" t="t" l="l"/>
            <a:pathLst>
              <a:path h="495871" w="1716473">
                <a:moveTo>
                  <a:pt x="0" y="0"/>
                </a:moveTo>
                <a:lnTo>
                  <a:pt x="1716473" y="0"/>
                </a:lnTo>
                <a:lnTo>
                  <a:pt x="1716473" y="495871"/>
                </a:lnTo>
                <a:lnTo>
                  <a:pt x="0" y="495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066" t="-65756" r="-30069" b="-81441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348151" y="5827904"/>
            <a:ext cx="751082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1650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9" tooltip="https://github.com/AntonioSouls/DSS_PROGETTO_SurgeryOptimizer"/>
              </a:rPr>
              <a:t> https://github.com/AntonioSouls/DSS_PROGETTO_SurgeryOptimizer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48151" y="5431464"/>
            <a:ext cx="751082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al progetto: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DAHKta_uluc</dc:identifier>
  <dcterms:modified xsi:type="dcterms:W3CDTF">2011-08-01T06:04:30Z</dcterms:modified>
  <cp:revision>1</cp:revision>
  <dc:title>Presentazione SurgeryOptimizer</dc:title>
</cp:coreProperties>
</file>